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23"/>
  </p:notesMasterIdLst>
  <p:sldIdLst>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19" autoAdjust="0"/>
    <p:restoredTop sz="94660"/>
  </p:normalViewPr>
  <p:slideViewPr>
    <p:cSldViewPr snapToGrid="0">
      <p:cViewPr varScale="1">
        <p:scale>
          <a:sx n="85" d="100"/>
          <a:sy n="85" d="100"/>
        </p:scale>
        <p:origin x="206"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diagrams/_rels/data2.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524DEE4-61CD-473B-9332-AA0AB684F996}" type="doc">
      <dgm:prSet loTypeId="urn:microsoft.com/office/officeart/2005/8/layout/default" loCatId="list" qsTypeId="urn:microsoft.com/office/officeart/2005/8/quickstyle/simple4" qsCatId="simple" csTypeId="urn:microsoft.com/office/officeart/2005/8/colors/colorful5" csCatId="colorful"/>
      <dgm:spPr/>
      <dgm:t>
        <a:bodyPr/>
        <a:lstStyle/>
        <a:p>
          <a:endParaRPr lang="en-US"/>
        </a:p>
      </dgm:t>
    </dgm:pt>
    <dgm:pt modelId="{661DC1F4-0020-4B6A-B0D6-824E371C0373}">
      <dgm:prSet/>
      <dgm:spPr/>
      <dgm:t>
        <a:bodyPr/>
        <a:lstStyle/>
        <a:p>
          <a:r>
            <a:rPr lang="en-IN"/>
            <a:t>Static Code Analysis</a:t>
          </a:r>
          <a:endParaRPr lang="en-US"/>
        </a:p>
      </dgm:t>
    </dgm:pt>
    <dgm:pt modelId="{D88E56C6-1962-4E0B-A6CC-24888CA5CA2E}" type="parTrans" cxnId="{E9CA4A2A-C425-42F5-9219-9CBB781BB69D}">
      <dgm:prSet/>
      <dgm:spPr/>
      <dgm:t>
        <a:bodyPr/>
        <a:lstStyle/>
        <a:p>
          <a:endParaRPr lang="en-US"/>
        </a:p>
      </dgm:t>
    </dgm:pt>
    <dgm:pt modelId="{BD35F8C1-99E1-43CA-86AD-4CCBA9986FFB}" type="sibTrans" cxnId="{E9CA4A2A-C425-42F5-9219-9CBB781BB69D}">
      <dgm:prSet/>
      <dgm:spPr/>
      <dgm:t>
        <a:bodyPr/>
        <a:lstStyle/>
        <a:p>
          <a:endParaRPr lang="en-US"/>
        </a:p>
      </dgm:t>
    </dgm:pt>
    <dgm:pt modelId="{70A6AFF3-6228-4534-91AF-408DABDE2679}">
      <dgm:prSet/>
      <dgm:spPr/>
      <dgm:t>
        <a:bodyPr/>
        <a:lstStyle/>
        <a:p>
          <a:r>
            <a:rPr lang="en-IN"/>
            <a:t>Dynamic Code Analysis</a:t>
          </a:r>
          <a:endParaRPr lang="en-US"/>
        </a:p>
      </dgm:t>
    </dgm:pt>
    <dgm:pt modelId="{7AE69D9D-3533-4900-BF47-F19BFF243786}" type="parTrans" cxnId="{3B941B59-B151-4D66-AD9B-B4F725DE6147}">
      <dgm:prSet/>
      <dgm:spPr/>
      <dgm:t>
        <a:bodyPr/>
        <a:lstStyle/>
        <a:p>
          <a:endParaRPr lang="en-US"/>
        </a:p>
      </dgm:t>
    </dgm:pt>
    <dgm:pt modelId="{25DF5DE0-2213-4D4F-85DF-5FDAF404A86B}" type="sibTrans" cxnId="{3B941B59-B151-4D66-AD9B-B4F725DE6147}">
      <dgm:prSet/>
      <dgm:spPr/>
      <dgm:t>
        <a:bodyPr/>
        <a:lstStyle/>
        <a:p>
          <a:endParaRPr lang="en-US"/>
        </a:p>
      </dgm:t>
    </dgm:pt>
    <dgm:pt modelId="{8426FF5A-353B-412B-83C4-4C6E7BFFF56A}">
      <dgm:prSet/>
      <dgm:spPr/>
      <dgm:t>
        <a:bodyPr/>
        <a:lstStyle/>
        <a:p>
          <a:r>
            <a:rPr lang="en-IN"/>
            <a:t>Code Quality Assessment</a:t>
          </a:r>
          <a:endParaRPr lang="en-US"/>
        </a:p>
      </dgm:t>
    </dgm:pt>
    <dgm:pt modelId="{285C934C-D0DD-4AA7-9461-84D74115D2D7}" type="parTrans" cxnId="{65A016F2-3D03-48CE-8A83-1840B47D4184}">
      <dgm:prSet/>
      <dgm:spPr/>
      <dgm:t>
        <a:bodyPr/>
        <a:lstStyle/>
        <a:p>
          <a:endParaRPr lang="en-US"/>
        </a:p>
      </dgm:t>
    </dgm:pt>
    <dgm:pt modelId="{41944AE8-1808-47DB-991A-0E6FCBFDB412}" type="sibTrans" cxnId="{65A016F2-3D03-48CE-8A83-1840B47D4184}">
      <dgm:prSet/>
      <dgm:spPr/>
      <dgm:t>
        <a:bodyPr/>
        <a:lstStyle/>
        <a:p>
          <a:endParaRPr lang="en-US"/>
        </a:p>
      </dgm:t>
    </dgm:pt>
    <dgm:pt modelId="{00D0420A-B2AB-4AD2-B502-5DFFD7CB2D91}">
      <dgm:prSet/>
      <dgm:spPr/>
      <dgm:t>
        <a:bodyPr/>
        <a:lstStyle/>
        <a:p>
          <a:r>
            <a:rPr lang="en-IN"/>
            <a:t>Vulnerability Detection</a:t>
          </a:r>
          <a:endParaRPr lang="en-US"/>
        </a:p>
      </dgm:t>
    </dgm:pt>
    <dgm:pt modelId="{9602BA38-5E6D-42CE-A9DA-F8D3D05AF16E}" type="parTrans" cxnId="{AE2C6A56-32BA-482B-A235-CBD61AFEEA03}">
      <dgm:prSet/>
      <dgm:spPr/>
      <dgm:t>
        <a:bodyPr/>
        <a:lstStyle/>
        <a:p>
          <a:endParaRPr lang="en-US"/>
        </a:p>
      </dgm:t>
    </dgm:pt>
    <dgm:pt modelId="{4F32BDA5-77D3-4C12-A0AB-32541F2D2BAA}" type="sibTrans" cxnId="{AE2C6A56-32BA-482B-A235-CBD61AFEEA03}">
      <dgm:prSet/>
      <dgm:spPr/>
      <dgm:t>
        <a:bodyPr/>
        <a:lstStyle/>
        <a:p>
          <a:endParaRPr lang="en-US"/>
        </a:p>
      </dgm:t>
    </dgm:pt>
    <dgm:pt modelId="{FBF1E5CE-C5A9-4E63-A8C4-2D8BB04AE4FE}">
      <dgm:prSet/>
      <dgm:spPr/>
      <dgm:t>
        <a:bodyPr/>
        <a:lstStyle/>
        <a:p>
          <a:r>
            <a:rPr lang="en-IN"/>
            <a:t>Vulnerability Detection</a:t>
          </a:r>
          <a:endParaRPr lang="en-US"/>
        </a:p>
      </dgm:t>
    </dgm:pt>
    <dgm:pt modelId="{ADB1C994-FF5A-448A-98F7-4650956F557B}" type="parTrans" cxnId="{0FE5C700-108B-4AD4-A446-DB48D7A7B3AC}">
      <dgm:prSet/>
      <dgm:spPr/>
      <dgm:t>
        <a:bodyPr/>
        <a:lstStyle/>
        <a:p>
          <a:endParaRPr lang="en-US"/>
        </a:p>
      </dgm:t>
    </dgm:pt>
    <dgm:pt modelId="{83C532DC-7C7F-4FF3-A86D-423214E1D840}" type="sibTrans" cxnId="{0FE5C700-108B-4AD4-A446-DB48D7A7B3AC}">
      <dgm:prSet/>
      <dgm:spPr/>
      <dgm:t>
        <a:bodyPr/>
        <a:lstStyle/>
        <a:p>
          <a:endParaRPr lang="en-US"/>
        </a:p>
      </dgm:t>
    </dgm:pt>
    <dgm:pt modelId="{2054287A-B3BD-4875-AD74-08F7AB530A6E}">
      <dgm:prSet/>
      <dgm:spPr/>
      <dgm:t>
        <a:bodyPr/>
        <a:lstStyle/>
        <a:p>
          <a:r>
            <a:rPr lang="en-IN"/>
            <a:t>Automated Refactoring</a:t>
          </a:r>
          <a:endParaRPr lang="en-US"/>
        </a:p>
      </dgm:t>
    </dgm:pt>
    <dgm:pt modelId="{1D81A797-213F-4E04-9D9C-B9214BF5EF29}" type="parTrans" cxnId="{805E16D9-E108-4446-9CB7-266BB20AD9EF}">
      <dgm:prSet/>
      <dgm:spPr/>
      <dgm:t>
        <a:bodyPr/>
        <a:lstStyle/>
        <a:p>
          <a:endParaRPr lang="en-US"/>
        </a:p>
      </dgm:t>
    </dgm:pt>
    <dgm:pt modelId="{694390C8-E1AE-46D4-B58D-68AF47297151}" type="sibTrans" cxnId="{805E16D9-E108-4446-9CB7-266BB20AD9EF}">
      <dgm:prSet/>
      <dgm:spPr/>
      <dgm:t>
        <a:bodyPr/>
        <a:lstStyle/>
        <a:p>
          <a:endParaRPr lang="en-US"/>
        </a:p>
      </dgm:t>
    </dgm:pt>
    <dgm:pt modelId="{98151D7E-ACF5-47B9-A7A7-1DF9B96D5928}">
      <dgm:prSet/>
      <dgm:spPr/>
      <dgm:t>
        <a:bodyPr/>
        <a:lstStyle/>
        <a:p>
          <a:r>
            <a:rPr lang="en-IN"/>
            <a:t>Natural Language Processing (NLP)</a:t>
          </a:r>
          <a:endParaRPr lang="en-US"/>
        </a:p>
      </dgm:t>
    </dgm:pt>
    <dgm:pt modelId="{D0709F47-9692-402C-92D4-11BD10D61D86}" type="parTrans" cxnId="{5863492D-77B2-4FE8-A621-1E52A82F51BE}">
      <dgm:prSet/>
      <dgm:spPr/>
      <dgm:t>
        <a:bodyPr/>
        <a:lstStyle/>
        <a:p>
          <a:endParaRPr lang="en-US"/>
        </a:p>
      </dgm:t>
    </dgm:pt>
    <dgm:pt modelId="{1094DEAD-6437-44FA-A6BE-1093DA803E26}" type="sibTrans" cxnId="{5863492D-77B2-4FE8-A621-1E52A82F51BE}">
      <dgm:prSet/>
      <dgm:spPr/>
      <dgm:t>
        <a:bodyPr/>
        <a:lstStyle/>
        <a:p>
          <a:endParaRPr lang="en-US"/>
        </a:p>
      </dgm:t>
    </dgm:pt>
    <dgm:pt modelId="{DC5FD9F5-AD1D-4242-B0C6-5CC5CC1B60A0}">
      <dgm:prSet/>
      <dgm:spPr/>
      <dgm:t>
        <a:bodyPr/>
        <a:lstStyle/>
        <a:p>
          <a:r>
            <a:rPr lang="en-IN"/>
            <a:t>Integration with Development Environments</a:t>
          </a:r>
          <a:endParaRPr lang="en-US"/>
        </a:p>
      </dgm:t>
    </dgm:pt>
    <dgm:pt modelId="{76E23258-0CF4-4D07-8BF1-4396DE4939F8}" type="parTrans" cxnId="{A934C674-3633-4D75-8911-C429400850CE}">
      <dgm:prSet/>
      <dgm:spPr/>
      <dgm:t>
        <a:bodyPr/>
        <a:lstStyle/>
        <a:p>
          <a:endParaRPr lang="en-US"/>
        </a:p>
      </dgm:t>
    </dgm:pt>
    <dgm:pt modelId="{897A4E12-1C99-489A-856A-59F7092BFEE3}" type="sibTrans" cxnId="{A934C674-3633-4D75-8911-C429400850CE}">
      <dgm:prSet/>
      <dgm:spPr/>
      <dgm:t>
        <a:bodyPr/>
        <a:lstStyle/>
        <a:p>
          <a:endParaRPr lang="en-US"/>
        </a:p>
      </dgm:t>
    </dgm:pt>
    <dgm:pt modelId="{6EB616F2-9916-4195-8BCE-A17045E24C9A}" type="pres">
      <dgm:prSet presAssocID="{A524DEE4-61CD-473B-9332-AA0AB684F996}" presName="diagram" presStyleCnt="0">
        <dgm:presLayoutVars>
          <dgm:dir/>
          <dgm:resizeHandles val="exact"/>
        </dgm:presLayoutVars>
      </dgm:prSet>
      <dgm:spPr/>
    </dgm:pt>
    <dgm:pt modelId="{B8F26550-0CC5-444B-91D8-F1C8D27C7D16}" type="pres">
      <dgm:prSet presAssocID="{661DC1F4-0020-4B6A-B0D6-824E371C0373}" presName="node" presStyleLbl="node1" presStyleIdx="0" presStyleCnt="8">
        <dgm:presLayoutVars>
          <dgm:bulletEnabled val="1"/>
        </dgm:presLayoutVars>
      </dgm:prSet>
      <dgm:spPr/>
    </dgm:pt>
    <dgm:pt modelId="{A7F447AC-B764-4902-9340-0E168B98CE82}" type="pres">
      <dgm:prSet presAssocID="{BD35F8C1-99E1-43CA-86AD-4CCBA9986FFB}" presName="sibTrans" presStyleCnt="0"/>
      <dgm:spPr/>
    </dgm:pt>
    <dgm:pt modelId="{49CB4377-9F12-4E20-8A3B-E06043B74319}" type="pres">
      <dgm:prSet presAssocID="{70A6AFF3-6228-4534-91AF-408DABDE2679}" presName="node" presStyleLbl="node1" presStyleIdx="1" presStyleCnt="8">
        <dgm:presLayoutVars>
          <dgm:bulletEnabled val="1"/>
        </dgm:presLayoutVars>
      </dgm:prSet>
      <dgm:spPr/>
    </dgm:pt>
    <dgm:pt modelId="{B74BD97B-2A47-4D9A-BB72-41DAC8D3FABA}" type="pres">
      <dgm:prSet presAssocID="{25DF5DE0-2213-4D4F-85DF-5FDAF404A86B}" presName="sibTrans" presStyleCnt="0"/>
      <dgm:spPr/>
    </dgm:pt>
    <dgm:pt modelId="{85F19F0C-594B-49FB-90FD-FC069F5697D3}" type="pres">
      <dgm:prSet presAssocID="{8426FF5A-353B-412B-83C4-4C6E7BFFF56A}" presName="node" presStyleLbl="node1" presStyleIdx="2" presStyleCnt="8">
        <dgm:presLayoutVars>
          <dgm:bulletEnabled val="1"/>
        </dgm:presLayoutVars>
      </dgm:prSet>
      <dgm:spPr/>
    </dgm:pt>
    <dgm:pt modelId="{49A1FB63-854E-435E-ABA2-B5599F64EDB9}" type="pres">
      <dgm:prSet presAssocID="{41944AE8-1808-47DB-991A-0E6FCBFDB412}" presName="sibTrans" presStyleCnt="0"/>
      <dgm:spPr/>
    </dgm:pt>
    <dgm:pt modelId="{87110362-BF46-4256-AC78-49CCD0E1FA8D}" type="pres">
      <dgm:prSet presAssocID="{00D0420A-B2AB-4AD2-B502-5DFFD7CB2D91}" presName="node" presStyleLbl="node1" presStyleIdx="3" presStyleCnt="8">
        <dgm:presLayoutVars>
          <dgm:bulletEnabled val="1"/>
        </dgm:presLayoutVars>
      </dgm:prSet>
      <dgm:spPr/>
    </dgm:pt>
    <dgm:pt modelId="{0222A520-9FF7-40CF-BE89-13B6F1073604}" type="pres">
      <dgm:prSet presAssocID="{4F32BDA5-77D3-4C12-A0AB-32541F2D2BAA}" presName="sibTrans" presStyleCnt="0"/>
      <dgm:spPr/>
    </dgm:pt>
    <dgm:pt modelId="{C187B5FD-ADEB-4C6A-B3D9-29B6B5F52FE9}" type="pres">
      <dgm:prSet presAssocID="{FBF1E5CE-C5A9-4E63-A8C4-2D8BB04AE4FE}" presName="node" presStyleLbl="node1" presStyleIdx="4" presStyleCnt="8">
        <dgm:presLayoutVars>
          <dgm:bulletEnabled val="1"/>
        </dgm:presLayoutVars>
      </dgm:prSet>
      <dgm:spPr/>
    </dgm:pt>
    <dgm:pt modelId="{26E0B683-3E4A-4AC4-A91E-49C12E5ACB17}" type="pres">
      <dgm:prSet presAssocID="{83C532DC-7C7F-4FF3-A86D-423214E1D840}" presName="sibTrans" presStyleCnt="0"/>
      <dgm:spPr/>
    </dgm:pt>
    <dgm:pt modelId="{09C5F67F-C9A4-4573-8598-BCF2A732DC28}" type="pres">
      <dgm:prSet presAssocID="{2054287A-B3BD-4875-AD74-08F7AB530A6E}" presName="node" presStyleLbl="node1" presStyleIdx="5" presStyleCnt="8">
        <dgm:presLayoutVars>
          <dgm:bulletEnabled val="1"/>
        </dgm:presLayoutVars>
      </dgm:prSet>
      <dgm:spPr/>
    </dgm:pt>
    <dgm:pt modelId="{F099D91D-45F5-49B1-8E2B-E37A3BE83A41}" type="pres">
      <dgm:prSet presAssocID="{694390C8-E1AE-46D4-B58D-68AF47297151}" presName="sibTrans" presStyleCnt="0"/>
      <dgm:spPr/>
    </dgm:pt>
    <dgm:pt modelId="{B9E62978-DA85-4A01-9822-B3D74CEE95D0}" type="pres">
      <dgm:prSet presAssocID="{98151D7E-ACF5-47B9-A7A7-1DF9B96D5928}" presName="node" presStyleLbl="node1" presStyleIdx="6" presStyleCnt="8">
        <dgm:presLayoutVars>
          <dgm:bulletEnabled val="1"/>
        </dgm:presLayoutVars>
      </dgm:prSet>
      <dgm:spPr/>
    </dgm:pt>
    <dgm:pt modelId="{E5637824-B273-4B11-A4B4-F268D6771F7D}" type="pres">
      <dgm:prSet presAssocID="{1094DEAD-6437-44FA-A6BE-1093DA803E26}" presName="sibTrans" presStyleCnt="0"/>
      <dgm:spPr/>
    </dgm:pt>
    <dgm:pt modelId="{63CB32A7-2101-406B-9A9D-A552D4294F41}" type="pres">
      <dgm:prSet presAssocID="{DC5FD9F5-AD1D-4242-B0C6-5CC5CC1B60A0}" presName="node" presStyleLbl="node1" presStyleIdx="7" presStyleCnt="8">
        <dgm:presLayoutVars>
          <dgm:bulletEnabled val="1"/>
        </dgm:presLayoutVars>
      </dgm:prSet>
      <dgm:spPr/>
    </dgm:pt>
  </dgm:ptLst>
  <dgm:cxnLst>
    <dgm:cxn modelId="{0FE5C700-108B-4AD4-A446-DB48D7A7B3AC}" srcId="{A524DEE4-61CD-473B-9332-AA0AB684F996}" destId="{FBF1E5CE-C5A9-4E63-A8C4-2D8BB04AE4FE}" srcOrd="4" destOrd="0" parTransId="{ADB1C994-FF5A-448A-98F7-4650956F557B}" sibTransId="{83C532DC-7C7F-4FF3-A86D-423214E1D840}"/>
    <dgm:cxn modelId="{1F77F212-252D-410E-922D-F8DC60F2408A}" type="presOf" srcId="{FBF1E5CE-C5A9-4E63-A8C4-2D8BB04AE4FE}" destId="{C187B5FD-ADEB-4C6A-B3D9-29B6B5F52FE9}" srcOrd="0" destOrd="0" presId="urn:microsoft.com/office/officeart/2005/8/layout/default"/>
    <dgm:cxn modelId="{83ED581E-BED2-46AA-B9FC-CA8897A2CA71}" type="presOf" srcId="{00D0420A-B2AB-4AD2-B502-5DFFD7CB2D91}" destId="{87110362-BF46-4256-AC78-49CCD0E1FA8D}" srcOrd="0" destOrd="0" presId="urn:microsoft.com/office/officeart/2005/8/layout/default"/>
    <dgm:cxn modelId="{E9CA4A2A-C425-42F5-9219-9CBB781BB69D}" srcId="{A524DEE4-61CD-473B-9332-AA0AB684F996}" destId="{661DC1F4-0020-4B6A-B0D6-824E371C0373}" srcOrd="0" destOrd="0" parTransId="{D88E56C6-1962-4E0B-A6CC-24888CA5CA2E}" sibTransId="{BD35F8C1-99E1-43CA-86AD-4CCBA9986FFB}"/>
    <dgm:cxn modelId="{46B2EF2C-01AC-456B-8F9E-AE74464920AC}" type="presOf" srcId="{A524DEE4-61CD-473B-9332-AA0AB684F996}" destId="{6EB616F2-9916-4195-8BCE-A17045E24C9A}" srcOrd="0" destOrd="0" presId="urn:microsoft.com/office/officeart/2005/8/layout/default"/>
    <dgm:cxn modelId="{5863492D-77B2-4FE8-A621-1E52A82F51BE}" srcId="{A524DEE4-61CD-473B-9332-AA0AB684F996}" destId="{98151D7E-ACF5-47B9-A7A7-1DF9B96D5928}" srcOrd="6" destOrd="0" parTransId="{D0709F47-9692-402C-92D4-11BD10D61D86}" sibTransId="{1094DEAD-6437-44FA-A6BE-1093DA803E26}"/>
    <dgm:cxn modelId="{7B347A41-B542-4E4F-8D01-FE5D5B9466E9}" type="presOf" srcId="{98151D7E-ACF5-47B9-A7A7-1DF9B96D5928}" destId="{B9E62978-DA85-4A01-9822-B3D74CEE95D0}" srcOrd="0" destOrd="0" presId="urn:microsoft.com/office/officeart/2005/8/layout/default"/>
    <dgm:cxn modelId="{A934C674-3633-4D75-8911-C429400850CE}" srcId="{A524DEE4-61CD-473B-9332-AA0AB684F996}" destId="{DC5FD9F5-AD1D-4242-B0C6-5CC5CC1B60A0}" srcOrd="7" destOrd="0" parTransId="{76E23258-0CF4-4D07-8BF1-4396DE4939F8}" sibTransId="{897A4E12-1C99-489A-856A-59F7092BFEE3}"/>
    <dgm:cxn modelId="{AE2C6A56-32BA-482B-A235-CBD61AFEEA03}" srcId="{A524DEE4-61CD-473B-9332-AA0AB684F996}" destId="{00D0420A-B2AB-4AD2-B502-5DFFD7CB2D91}" srcOrd="3" destOrd="0" parTransId="{9602BA38-5E6D-42CE-A9DA-F8D3D05AF16E}" sibTransId="{4F32BDA5-77D3-4C12-A0AB-32541F2D2BAA}"/>
    <dgm:cxn modelId="{3B941B59-B151-4D66-AD9B-B4F725DE6147}" srcId="{A524DEE4-61CD-473B-9332-AA0AB684F996}" destId="{70A6AFF3-6228-4534-91AF-408DABDE2679}" srcOrd="1" destOrd="0" parTransId="{7AE69D9D-3533-4900-BF47-F19BFF243786}" sibTransId="{25DF5DE0-2213-4D4F-85DF-5FDAF404A86B}"/>
    <dgm:cxn modelId="{A1438585-B055-44C1-8E14-171E297BC289}" type="presOf" srcId="{DC5FD9F5-AD1D-4242-B0C6-5CC5CC1B60A0}" destId="{63CB32A7-2101-406B-9A9D-A552D4294F41}" srcOrd="0" destOrd="0" presId="urn:microsoft.com/office/officeart/2005/8/layout/default"/>
    <dgm:cxn modelId="{374FBDB1-8BD1-4767-9CC9-981D97483F57}" type="presOf" srcId="{8426FF5A-353B-412B-83C4-4C6E7BFFF56A}" destId="{85F19F0C-594B-49FB-90FD-FC069F5697D3}" srcOrd="0" destOrd="0" presId="urn:microsoft.com/office/officeart/2005/8/layout/default"/>
    <dgm:cxn modelId="{B5D3F9BD-028F-4CAE-BCD6-D09049A7660E}" type="presOf" srcId="{70A6AFF3-6228-4534-91AF-408DABDE2679}" destId="{49CB4377-9F12-4E20-8A3B-E06043B74319}" srcOrd="0" destOrd="0" presId="urn:microsoft.com/office/officeart/2005/8/layout/default"/>
    <dgm:cxn modelId="{5D55BCCA-4141-4412-B55E-D512BA233E88}" type="presOf" srcId="{661DC1F4-0020-4B6A-B0D6-824E371C0373}" destId="{B8F26550-0CC5-444B-91D8-F1C8D27C7D16}" srcOrd="0" destOrd="0" presId="urn:microsoft.com/office/officeart/2005/8/layout/default"/>
    <dgm:cxn modelId="{C480D6D8-B409-4785-B67F-AB6EBCFABB35}" type="presOf" srcId="{2054287A-B3BD-4875-AD74-08F7AB530A6E}" destId="{09C5F67F-C9A4-4573-8598-BCF2A732DC28}" srcOrd="0" destOrd="0" presId="urn:microsoft.com/office/officeart/2005/8/layout/default"/>
    <dgm:cxn modelId="{805E16D9-E108-4446-9CB7-266BB20AD9EF}" srcId="{A524DEE4-61CD-473B-9332-AA0AB684F996}" destId="{2054287A-B3BD-4875-AD74-08F7AB530A6E}" srcOrd="5" destOrd="0" parTransId="{1D81A797-213F-4E04-9D9C-B9214BF5EF29}" sibTransId="{694390C8-E1AE-46D4-B58D-68AF47297151}"/>
    <dgm:cxn modelId="{65A016F2-3D03-48CE-8A83-1840B47D4184}" srcId="{A524DEE4-61CD-473B-9332-AA0AB684F996}" destId="{8426FF5A-353B-412B-83C4-4C6E7BFFF56A}" srcOrd="2" destOrd="0" parTransId="{285C934C-D0DD-4AA7-9461-84D74115D2D7}" sibTransId="{41944AE8-1808-47DB-991A-0E6FCBFDB412}"/>
    <dgm:cxn modelId="{C5A40418-360A-4E1A-936B-EC7ED1F76618}" type="presParOf" srcId="{6EB616F2-9916-4195-8BCE-A17045E24C9A}" destId="{B8F26550-0CC5-444B-91D8-F1C8D27C7D16}" srcOrd="0" destOrd="0" presId="urn:microsoft.com/office/officeart/2005/8/layout/default"/>
    <dgm:cxn modelId="{F3542485-D4B6-4209-BB26-D3210750C017}" type="presParOf" srcId="{6EB616F2-9916-4195-8BCE-A17045E24C9A}" destId="{A7F447AC-B764-4902-9340-0E168B98CE82}" srcOrd="1" destOrd="0" presId="urn:microsoft.com/office/officeart/2005/8/layout/default"/>
    <dgm:cxn modelId="{76B6E41A-410E-4932-96E0-C29F69C4EE39}" type="presParOf" srcId="{6EB616F2-9916-4195-8BCE-A17045E24C9A}" destId="{49CB4377-9F12-4E20-8A3B-E06043B74319}" srcOrd="2" destOrd="0" presId="urn:microsoft.com/office/officeart/2005/8/layout/default"/>
    <dgm:cxn modelId="{88167F5C-A212-4AC5-AFBE-50DD9170B8FE}" type="presParOf" srcId="{6EB616F2-9916-4195-8BCE-A17045E24C9A}" destId="{B74BD97B-2A47-4D9A-BB72-41DAC8D3FABA}" srcOrd="3" destOrd="0" presId="urn:microsoft.com/office/officeart/2005/8/layout/default"/>
    <dgm:cxn modelId="{883C6959-CB6F-48FB-973B-05F600CB0A89}" type="presParOf" srcId="{6EB616F2-9916-4195-8BCE-A17045E24C9A}" destId="{85F19F0C-594B-49FB-90FD-FC069F5697D3}" srcOrd="4" destOrd="0" presId="urn:microsoft.com/office/officeart/2005/8/layout/default"/>
    <dgm:cxn modelId="{7F312CBB-68CA-4B0B-B23F-F6F31359C5C2}" type="presParOf" srcId="{6EB616F2-9916-4195-8BCE-A17045E24C9A}" destId="{49A1FB63-854E-435E-ABA2-B5599F64EDB9}" srcOrd="5" destOrd="0" presId="urn:microsoft.com/office/officeart/2005/8/layout/default"/>
    <dgm:cxn modelId="{9042A78B-709B-463E-8FC8-0E9BA14FF850}" type="presParOf" srcId="{6EB616F2-9916-4195-8BCE-A17045E24C9A}" destId="{87110362-BF46-4256-AC78-49CCD0E1FA8D}" srcOrd="6" destOrd="0" presId="urn:microsoft.com/office/officeart/2005/8/layout/default"/>
    <dgm:cxn modelId="{B4CA0B70-D944-4427-B76D-B3045001B8FE}" type="presParOf" srcId="{6EB616F2-9916-4195-8BCE-A17045E24C9A}" destId="{0222A520-9FF7-40CF-BE89-13B6F1073604}" srcOrd="7" destOrd="0" presId="urn:microsoft.com/office/officeart/2005/8/layout/default"/>
    <dgm:cxn modelId="{DC55EB36-E27E-48F8-8387-40D835BE971C}" type="presParOf" srcId="{6EB616F2-9916-4195-8BCE-A17045E24C9A}" destId="{C187B5FD-ADEB-4C6A-B3D9-29B6B5F52FE9}" srcOrd="8" destOrd="0" presId="urn:microsoft.com/office/officeart/2005/8/layout/default"/>
    <dgm:cxn modelId="{6CD8A304-8864-4DF9-B76B-052CB60E222E}" type="presParOf" srcId="{6EB616F2-9916-4195-8BCE-A17045E24C9A}" destId="{26E0B683-3E4A-4AC4-A91E-49C12E5ACB17}" srcOrd="9" destOrd="0" presId="urn:microsoft.com/office/officeart/2005/8/layout/default"/>
    <dgm:cxn modelId="{DB8657FF-FDDF-4FAD-9458-09A3497A7B36}" type="presParOf" srcId="{6EB616F2-9916-4195-8BCE-A17045E24C9A}" destId="{09C5F67F-C9A4-4573-8598-BCF2A732DC28}" srcOrd="10" destOrd="0" presId="urn:microsoft.com/office/officeart/2005/8/layout/default"/>
    <dgm:cxn modelId="{167F37B8-4663-4F33-BF51-B3CFC04F4A42}" type="presParOf" srcId="{6EB616F2-9916-4195-8BCE-A17045E24C9A}" destId="{F099D91D-45F5-49B1-8E2B-E37A3BE83A41}" srcOrd="11" destOrd="0" presId="urn:microsoft.com/office/officeart/2005/8/layout/default"/>
    <dgm:cxn modelId="{BD08922C-1D0C-402B-B6F2-4F80077B61D5}" type="presParOf" srcId="{6EB616F2-9916-4195-8BCE-A17045E24C9A}" destId="{B9E62978-DA85-4A01-9822-B3D74CEE95D0}" srcOrd="12" destOrd="0" presId="urn:microsoft.com/office/officeart/2005/8/layout/default"/>
    <dgm:cxn modelId="{2F58B135-201E-4634-B497-680DB5C417D3}" type="presParOf" srcId="{6EB616F2-9916-4195-8BCE-A17045E24C9A}" destId="{E5637824-B273-4B11-A4B4-F268D6771F7D}" srcOrd="13" destOrd="0" presId="urn:microsoft.com/office/officeart/2005/8/layout/default"/>
    <dgm:cxn modelId="{37E531F6-FF30-480F-B0D8-5DA99542A763}" type="presParOf" srcId="{6EB616F2-9916-4195-8BCE-A17045E24C9A}" destId="{63CB32A7-2101-406B-9A9D-A552D4294F41}" srcOrd="1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C888E84-B6C1-4854-AA2A-F8AA11C93376}"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AD4B299D-DCD3-4E9C-85D4-A63F9FDF11E0}">
      <dgm:prSet/>
      <dgm:spPr/>
      <dgm:t>
        <a:bodyPr/>
        <a:lstStyle/>
        <a:p>
          <a:pPr>
            <a:lnSpc>
              <a:spcPct val="100000"/>
            </a:lnSpc>
          </a:pPr>
          <a:r>
            <a:rPr lang="en-US"/>
            <a:t>SonarQube: Uses machine learning to track code quality and identify bugs and vulnerabilities.</a:t>
          </a:r>
        </a:p>
      </dgm:t>
    </dgm:pt>
    <dgm:pt modelId="{8EC54264-83FB-46B9-9EAD-235DB4D60736}" type="parTrans" cxnId="{2731AA9B-D11D-4251-8F75-84ECEB55C8C4}">
      <dgm:prSet/>
      <dgm:spPr/>
      <dgm:t>
        <a:bodyPr/>
        <a:lstStyle/>
        <a:p>
          <a:endParaRPr lang="en-US"/>
        </a:p>
      </dgm:t>
    </dgm:pt>
    <dgm:pt modelId="{4B2E771A-6932-4896-9057-34333EED12FA}" type="sibTrans" cxnId="{2731AA9B-D11D-4251-8F75-84ECEB55C8C4}">
      <dgm:prSet/>
      <dgm:spPr/>
      <dgm:t>
        <a:bodyPr/>
        <a:lstStyle/>
        <a:p>
          <a:pPr>
            <a:lnSpc>
              <a:spcPct val="100000"/>
            </a:lnSpc>
          </a:pPr>
          <a:endParaRPr lang="en-US"/>
        </a:p>
      </dgm:t>
    </dgm:pt>
    <dgm:pt modelId="{BCFECED6-B755-47E7-ACC0-A14B38197735}">
      <dgm:prSet/>
      <dgm:spPr/>
      <dgm:t>
        <a:bodyPr/>
        <a:lstStyle/>
        <a:p>
          <a:pPr>
            <a:lnSpc>
              <a:spcPct val="100000"/>
            </a:lnSpc>
          </a:pPr>
          <a:r>
            <a:rPr lang="en-US"/>
            <a:t>DeepCode: Analyzes code changes and provides real-time feedback to developers about potential issues.</a:t>
          </a:r>
        </a:p>
      </dgm:t>
    </dgm:pt>
    <dgm:pt modelId="{6B42320F-E35A-422F-B3CA-C775EB995FEF}" type="parTrans" cxnId="{A8947F0B-67FE-48CD-A5CB-2A976F9BF922}">
      <dgm:prSet/>
      <dgm:spPr/>
      <dgm:t>
        <a:bodyPr/>
        <a:lstStyle/>
        <a:p>
          <a:endParaRPr lang="en-US"/>
        </a:p>
      </dgm:t>
    </dgm:pt>
    <dgm:pt modelId="{5AA80C12-F4B2-4275-8DF0-FD489D490357}" type="sibTrans" cxnId="{A8947F0B-67FE-48CD-A5CB-2A976F9BF922}">
      <dgm:prSet/>
      <dgm:spPr/>
      <dgm:t>
        <a:bodyPr/>
        <a:lstStyle/>
        <a:p>
          <a:pPr>
            <a:lnSpc>
              <a:spcPct val="100000"/>
            </a:lnSpc>
          </a:pPr>
          <a:endParaRPr lang="en-US"/>
        </a:p>
      </dgm:t>
    </dgm:pt>
    <dgm:pt modelId="{E3FC0277-B0EB-4E22-A0B0-B63E7D4A3E01}">
      <dgm:prSet/>
      <dgm:spPr/>
      <dgm:t>
        <a:bodyPr/>
        <a:lstStyle/>
        <a:p>
          <a:pPr>
            <a:lnSpc>
              <a:spcPct val="100000"/>
            </a:lnSpc>
          </a:pPr>
          <a:r>
            <a:rPr lang="en-US"/>
            <a:t>Codacy: Offers automated code reviews and performance monitoring, leveraging AI for insights.</a:t>
          </a:r>
        </a:p>
      </dgm:t>
    </dgm:pt>
    <dgm:pt modelId="{2D57B3C6-7A53-43B4-8DAE-68EBB471F0C7}" type="parTrans" cxnId="{3E68AAA4-83CA-47F2-81F6-265C4E824D98}">
      <dgm:prSet/>
      <dgm:spPr/>
      <dgm:t>
        <a:bodyPr/>
        <a:lstStyle/>
        <a:p>
          <a:endParaRPr lang="en-US"/>
        </a:p>
      </dgm:t>
    </dgm:pt>
    <dgm:pt modelId="{3E73E903-AC60-4017-B9CF-141493069579}" type="sibTrans" cxnId="{3E68AAA4-83CA-47F2-81F6-265C4E824D98}">
      <dgm:prSet/>
      <dgm:spPr/>
      <dgm:t>
        <a:bodyPr/>
        <a:lstStyle/>
        <a:p>
          <a:pPr>
            <a:lnSpc>
              <a:spcPct val="100000"/>
            </a:lnSpc>
          </a:pPr>
          <a:endParaRPr lang="en-US"/>
        </a:p>
      </dgm:t>
    </dgm:pt>
    <dgm:pt modelId="{97B66B16-45AD-4383-B870-090E64AF25BC}">
      <dgm:prSet/>
      <dgm:spPr/>
      <dgm:t>
        <a:bodyPr/>
        <a:lstStyle/>
        <a:p>
          <a:pPr>
            <a:lnSpc>
              <a:spcPct val="100000"/>
            </a:lnSpc>
          </a:pPr>
          <a:r>
            <a:rPr lang="en-US"/>
            <a:t>Snyk: Focuses specifically on security vulnerabilities in open source dependencies, using AI to spot potential issues.</a:t>
          </a:r>
        </a:p>
      </dgm:t>
    </dgm:pt>
    <dgm:pt modelId="{50A172C7-3B8A-4A84-B937-22A076703CE4}" type="parTrans" cxnId="{F3385E04-544A-4E03-B4FE-F36E72292913}">
      <dgm:prSet/>
      <dgm:spPr/>
      <dgm:t>
        <a:bodyPr/>
        <a:lstStyle/>
        <a:p>
          <a:endParaRPr lang="en-US"/>
        </a:p>
      </dgm:t>
    </dgm:pt>
    <dgm:pt modelId="{A80919ED-9FCA-4D48-AF63-D46B0F3B2952}" type="sibTrans" cxnId="{F3385E04-544A-4E03-B4FE-F36E72292913}">
      <dgm:prSet/>
      <dgm:spPr/>
      <dgm:t>
        <a:bodyPr/>
        <a:lstStyle/>
        <a:p>
          <a:endParaRPr lang="en-US"/>
        </a:p>
      </dgm:t>
    </dgm:pt>
    <dgm:pt modelId="{4DFA7273-55A1-4617-9A28-01DB4E53128A}" type="pres">
      <dgm:prSet presAssocID="{3C888E84-B6C1-4854-AA2A-F8AA11C93376}" presName="root" presStyleCnt="0">
        <dgm:presLayoutVars>
          <dgm:dir/>
          <dgm:resizeHandles val="exact"/>
        </dgm:presLayoutVars>
      </dgm:prSet>
      <dgm:spPr/>
    </dgm:pt>
    <dgm:pt modelId="{88CBDBCB-F738-49C0-8FB0-05F31B449D0F}" type="pres">
      <dgm:prSet presAssocID="{3C888E84-B6C1-4854-AA2A-F8AA11C93376}" presName="container" presStyleCnt="0">
        <dgm:presLayoutVars>
          <dgm:dir/>
          <dgm:resizeHandles val="exact"/>
        </dgm:presLayoutVars>
      </dgm:prSet>
      <dgm:spPr/>
    </dgm:pt>
    <dgm:pt modelId="{CCCCE14B-DB0F-43D1-B230-6670CC3B54DA}" type="pres">
      <dgm:prSet presAssocID="{AD4B299D-DCD3-4E9C-85D4-A63F9FDF11E0}" presName="compNode" presStyleCnt="0"/>
      <dgm:spPr/>
    </dgm:pt>
    <dgm:pt modelId="{A74DAE35-8441-4B5D-81B5-419462DD2FC1}" type="pres">
      <dgm:prSet presAssocID="{AD4B299D-DCD3-4E9C-85D4-A63F9FDF11E0}" presName="iconBgRect" presStyleLbl="bgShp" presStyleIdx="0" presStyleCnt="4"/>
      <dgm:spPr/>
    </dgm:pt>
    <dgm:pt modelId="{FBD000C8-AFB1-4B8E-96EC-18D41404674A}" type="pres">
      <dgm:prSet presAssocID="{AD4B299D-DCD3-4E9C-85D4-A63F9FDF11E0}"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ug under Magnifying Glass"/>
        </a:ext>
      </dgm:extLst>
    </dgm:pt>
    <dgm:pt modelId="{6B93B69A-13CE-419C-9E11-F30740D143CA}" type="pres">
      <dgm:prSet presAssocID="{AD4B299D-DCD3-4E9C-85D4-A63F9FDF11E0}" presName="spaceRect" presStyleCnt="0"/>
      <dgm:spPr/>
    </dgm:pt>
    <dgm:pt modelId="{3091234A-772D-408F-B4F6-37CBB66FE002}" type="pres">
      <dgm:prSet presAssocID="{AD4B299D-DCD3-4E9C-85D4-A63F9FDF11E0}" presName="textRect" presStyleLbl="revTx" presStyleIdx="0" presStyleCnt="4">
        <dgm:presLayoutVars>
          <dgm:chMax val="1"/>
          <dgm:chPref val="1"/>
        </dgm:presLayoutVars>
      </dgm:prSet>
      <dgm:spPr/>
    </dgm:pt>
    <dgm:pt modelId="{5A4AF087-078B-4D0A-905B-2428E5792383}" type="pres">
      <dgm:prSet presAssocID="{4B2E771A-6932-4896-9057-34333EED12FA}" presName="sibTrans" presStyleLbl="sibTrans2D1" presStyleIdx="0" presStyleCnt="0"/>
      <dgm:spPr/>
    </dgm:pt>
    <dgm:pt modelId="{FA29DB87-D733-493E-9D24-11BB85CBED74}" type="pres">
      <dgm:prSet presAssocID="{BCFECED6-B755-47E7-ACC0-A14B38197735}" presName="compNode" presStyleCnt="0"/>
      <dgm:spPr/>
    </dgm:pt>
    <dgm:pt modelId="{7D4AE283-3C32-4CE7-963F-40DB3A00F7F1}" type="pres">
      <dgm:prSet presAssocID="{BCFECED6-B755-47E7-ACC0-A14B38197735}" presName="iconBgRect" presStyleLbl="bgShp" presStyleIdx="1" presStyleCnt="4"/>
      <dgm:spPr/>
    </dgm:pt>
    <dgm:pt modelId="{4FEC9A83-73B7-4218-8DF4-97169D0E587A}" type="pres">
      <dgm:prSet presAssocID="{BCFECED6-B755-47E7-ACC0-A14B38197735}"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Light Bulb and Gear"/>
        </a:ext>
      </dgm:extLst>
    </dgm:pt>
    <dgm:pt modelId="{76087CF5-2D01-4DAB-BE5B-A2C26458231F}" type="pres">
      <dgm:prSet presAssocID="{BCFECED6-B755-47E7-ACC0-A14B38197735}" presName="spaceRect" presStyleCnt="0"/>
      <dgm:spPr/>
    </dgm:pt>
    <dgm:pt modelId="{33DD3705-5B0A-4245-825E-AC8B1E6F6E48}" type="pres">
      <dgm:prSet presAssocID="{BCFECED6-B755-47E7-ACC0-A14B38197735}" presName="textRect" presStyleLbl="revTx" presStyleIdx="1" presStyleCnt="4">
        <dgm:presLayoutVars>
          <dgm:chMax val="1"/>
          <dgm:chPref val="1"/>
        </dgm:presLayoutVars>
      </dgm:prSet>
      <dgm:spPr/>
    </dgm:pt>
    <dgm:pt modelId="{111BCC7D-65B5-46B6-898A-02C9E670EC1D}" type="pres">
      <dgm:prSet presAssocID="{5AA80C12-F4B2-4275-8DF0-FD489D490357}" presName="sibTrans" presStyleLbl="sibTrans2D1" presStyleIdx="0" presStyleCnt="0"/>
      <dgm:spPr/>
    </dgm:pt>
    <dgm:pt modelId="{F179E66E-CE4F-466C-87ED-875389EF83F2}" type="pres">
      <dgm:prSet presAssocID="{E3FC0277-B0EB-4E22-A0B0-B63E7D4A3E01}" presName="compNode" presStyleCnt="0"/>
      <dgm:spPr/>
    </dgm:pt>
    <dgm:pt modelId="{9C51F7D6-34A4-4397-BEF8-C04DC57B07DE}" type="pres">
      <dgm:prSet presAssocID="{E3FC0277-B0EB-4E22-A0B0-B63E7D4A3E01}" presName="iconBgRect" presStyleLbl="bgShp" presStyleIdx="2" presStyleCnt="4"/>
      <dgm:spPr/>
    </dgm:pt>
    <dgm:pt modelId="{23F04750-AF66-449C-92C7-8BC75BCDDC11}" type="pres">
      <dgm:prSet presAssocID="{E3FC0277-B0EB-4E22-A0B0-B63E7D4A3E01}"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Robot"/>
        </a:ext>
      </dgm:extLst>
    </dgm:pt>
    <dgm:pt modelId="{4C01C28C-330C-4146-812E-6CA8AB56EBC1}" type="pres">
      <dgm:prSet presAssocID="{E3FC0277-B0EB-4E22-A0B0-B63E7D4A3E01}" presName="spaceRect" presStyleCnt="0"/>
      <dgm:spPr/>
    </dgm:pt>
    <dgm:pt modelId="{D3A5AAAA-659A-4DEF-ADAE-FFC64F119FBD}" type="pres">
      <dgm:prSet presAssocID="{E3FC0277-B0EB-4E22-A0B0-B63E7D4A3E01}" presName="textRect" presStyleLbl="revTx" presStyleIdx="2" presStyleCnt="4">
        <dgm:presLayoutVars>
          <dgm:chMax val="1"/>
          <dgm:chPref val="1"/>
        </dgm:presLayoutVars>
      </dgm:prSet>
      <dgm:spPr/>
    </dgm:pt>
    <dgm:pt modelId="{4EDC7546-902A-48F9-9EF0-8319DF6663F4}" type="pres">
      <dgm:prSet presAssocID="{3E73E903-AC60-4017-B9CF-141493069579}" presName="sibTrans" presStyleLbl="sibTrans2D1" presStyleIdx="0" presStyleCnt="0"/>
      <dgm:spPr/>
    </dgm:pt>
    <dgm:pt modelId="{AE39A602-446B-4764-9111-CCDAC14E11CD}" type="pres">
      <dgm:prSet presAssocID="{97B66B16-45AD-4383-B870-090E64AF25BC}" presName="compNode" presStyleCnt="0"/>
      <dgm:spPr/>
    </dgm:pt>
    <dgm:pt modelId="{175D4798-C4FE-4B3D-900C-4EB91BE5DB5C}" type="pres">
      <dgm:prSet presAssocID="{97B66B16-45AD-4383-B870-090E64AF25BC}" presName="iconBgRect" presStyleLbl="bgShp" presStyleIdx="3" presStyleCnt="4"/>
      <dgm:spPr/>
    </dgm:pt>
    <dgm:pt modelId="{ADA22633-954E-4220-A468-0FBE07440CE3}" type="pres">
      <dgm:prSet presAssocID="{97B66B16-45AD-4383-B870-090E64AF25BC}"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Lock"/>
        </a:ext>
      </dgm:extLst>
    </dgm:pt>
    <dgm:pt modelId="{BE03CA8D-8E1C-4347-ADBC-6C31618A5A13}" type="pres">
      <dgm:prSet presAssocID="{97B66B16-45AD-4383-B870-090E64AF25BC}" presName="spaceRect" presStyleCnt="0"/>
      <dgm:spPr/>
    </dgm:pt>
    <dgm:pt modelId="{C2AA72EF-269C-4663-87AA-83AAE77D6886}" type="pres">
      <dgm:prSet presAssocID="{97B66B16-45AD-4383-B870-090E64AF25BC}" presName="textRect" presStyleLbl="revTx" presStyleIdx="3" presStyleCnt="4">
        <dgm:presLayoutVars>
          <dgm:chMax val="1"/>
          <dgm:chPref val="1"/>
        </dgm:presLayoutVars>
      </dgm:prSet>
      <dgm:spPr/>
    </dgm:pt>
  </dgm:ptLst>
  <dgm:cxnLst>
    <dgm:cxn modelId="{F3385E04-544A-4E03-B4FE-F36E72292913}" srcId="{3C888E84-B6C1-4854-AA2A-F8AA11C93376}" destId="{97B66B16-45AD-4383-B870-090E64AF25BC}" srcOrd="3" destOrd="0" parTransId="{50A172C7-3B8A-4A84-B937-22A076703CE4}" sibTransId="{A80919ED-9FCA-4D48-AF63-D46B0F3B2952}"/>
    <dgm:cxn modelId="{A8947F0B-67FE-48CD-A5CB-2A976F9BF922}" srcId="{3C888E84-B6C1-4854-AA2A-F8AA11C93376}" destId="{BCFECED6-B755-47E7-ACC0-A14B38197735}" srcOrd="1" destOrd="0" parTransId="{6B42320F-E35A-422F-B3CA-C775EB995FEF}" sibTransId="{5AA80C12-F4B2-4275-8DF0-FD489D490357}"/>
    <dgm:cxn modelId="{FD84A01E-1B52-4634-B4E6-B0BE4F261230}" type="presOf" srcId="{4B2E771A-6932-4896-9057-34333EED12FA}" destId="{5A4AF087-078B-4D0A-905B-2428E5792383}" srcOrd="0" destOrd="0" presId="urn:microsoft.com/office/officeart/2018/2/layout/IconCircleList"/>
    <dgm:cxn modelId="{2D019130-E1BE-4A79-80D5-8760CD8D76EE}" type="presOf" srcId="{E3FC0277-B0EB-4E22-A0B0-B63E7D4A3E01}" destId="{D3A5AAAA-659A-4DEF-ADAE-FFC64F119FBD}" srcOrd="0" destOrd="0" presId="urn:microsoft.com/office/officeart/2018/2/layout/IconCircleList"/>
    <dgm:cxn modelId="{188F2D4B-73B0-4C6A-ACE8-8210894275CA}" type="presOf" srcId="{3E73E903-AC60-4017-B9CF-141493069579}" destId="{4EDC7546-902A-48F9-9EF0-8319DF6663F4}" srcOrd="0" destOrd="0" presId="urn:microsoft.com/office/officeart/2018/2/layout/IconCircleList"/>
    <dgm:cxn modelId="{8B670D5A-1A61-4CD1-BD5E-4C72C259960A}" type="presOf" srcId="{3C888E84-B6C1-4854-AA2A-F8AA11C93376}" destId="{4DFA7273-55A1-4617-9A28-01DB4E53128A}" srcOrd="0" destOrd="0" presId="urn:microsoft.com/office/officeart/2018/2/layout/IconCircleList"/>
    <dgm:cxn modelId="{2731AA9B-D11D-4251-8F75-84ECEB55C8C4}" srcId="{3C888E84-B6C1-4854-AA2A-F8AA11C93376}" destId="{AD4B299D-DCD3-4E9C-85D4-A63F9FDF11E0}" srcOrd="0" destOrd="0" parTransId="{8EC54264-83FB-46B9-9EAD-235DB4D60736}" sibTransId="{4B2E771A-6932-4896-9057-34333EED12FA}"/>
    <dgm:cxn modelId="{3E68AAA4-83CA-47F2-81F6-265C4E824D98}" srcId="{3C888E84-B6C1-4854-AA2A-F8AA11C93376}" destId="{E3FC0277-B0EB-4E22-A0B0-B63E7D4A3E01}" srcOrd="2" destOrd="0" parTransId="{2D57B3C6-7A53-43B4-8DAE-68EBB471F0C7}" sibTransId="{3E73E903-AC60-4017-B9CF-141493069579}"/>
    <dgm:cxn modelId="{6C35FDAF-B1B6-4F6D-91E5-131450F9333C}" type="presOf" srcId="{5AA80C12-F4B2-4275-8DF0-FD489D490357}" destId="{111BCC7D-65B5-46B6-898A-02C9E670EC1D}" srcOrd="0" destOrd="0" presId="urn:microsoft.com/office/officeart/2018/2/layout/IconCircleList"/>
    <dgm:cxn modelId="{D33B55C2-3FC6-47BF-87C6-AFD786DA2F77}" type="presOf" srcId="{BCFECED6-B755-47E7-ACC0-A14B38197735}" destId="{33DD3705-5B0A-4245-825E-AC8B1E6F6E48}" srcOrd="0" destOrd="0" presId="urn:microsoft.com/office/officeart/2018/2/layout/IconCircleList"/>
    <dgm:cxn modelId="{EF23D9CA-2A29-4060-BB33-0DAE4FD7027F}" type="presOf" srcId="{AD4B299D-DCD3-4E9C-85D4-A63F9FDF11E0}" destId="{3091234A-772D-408F-B4F6-37CBB66FE002}" srcOrd="0" destOrd="0" presId="urn:microsoft.com/office/officeart/2018/2/layout/IconCircleList"/>
    <dgm:cxn modelId="{162D6DE2-867B-42E5-8123-5B12332A5962}" type="presOf" srcId="{97B66B16-45AD-4383-B870-090E64AF25BC}" destId="{C2AA72EF-269C-4663-87AA-83AAE77D6886}" srcOrd="0" destOrd="0" presId="urn:microsoft.com/office/officeart/2018/2/layout/IconCircleList"/>
    <dgm:cxn modelId="{9564C5FB-D3AC-4712-B2D6-E14E4FDDBD89}" type="presParOf" srcId="{4DFA7273-55A1-4617-9A28-01DB4E53128A}" destId="{88CBDBCB-F738-49C0-8FB0-05F31B449D0F}" srcOrd="0" destOrd="0" presId="urn:microsoft.com/office/officeart/2018/2/layout/IconCircleList"/>
    <dgm:cxn modelId="{389A1C88-3FE2-4580-82C5-4C166F6BA853}" type="presParOf" srcId="{88CBDBCB-F738-49C0-8FB0-05F31B449D0F}" destId="{CCCCE14B-DB0F-43D1-B230-6670CC3B54DA}" srcOrd="0" destOrd="0" presId="urn:microsoft.com/office/officeart/2018/2/layout/IconCircleList"/>
    <dgm:cxn modelId="{B53DCE57-F065-452A-B2FC-F478762EBA19}" type="presParOf" srcId="{CCCCE14B-DB0F-43D1-B230-6670CC3B54DA}" destId="{A74DAE35-8441-4B5D-81B5-419462DD2FC1}" srcOrd="0" destOrd="0" presId="urn:microsoft.com/office/officeart/2018/2/layout/IconCircleList"/>
    <dgm:cxn modelId="{D047C19F-E050-4808-AC30-ADCAEED5C443}" type="presParOf" srcId="{CCCCE14B-DB0F-43D1-B230-6670CC3B54DA}" destId="{FBD000C8-AFB1-4B8E-96EC-18D41404674A}" srcOrd="1" destOrd="0" presId="urn:microsoft.com/office/officeart/2018/2/layout/IconCircleList"/>
    <dgm:cxn modelId="{475568C9-AF38-4A4E-AEE0-C27A94151427}" type="presParOf" srcId="{CCCCE14B-DB0F-43D1-B230-6670CC3B54DA}" destId="{6B93B69A-13CE-419C-9E11-F30740D143CA}" srcOrd="2" destOrd="0" presId="urn:microsoft.com/office/officeart/2018/2/layout/IconCircleList"/>
    <dgm:cxn modelId="{1E917616-9A40-431B-B492-B7F8F88757C4}" type="presParOf" srcId="{CCCCE14B-DB0F-43D1-B230-6670CC3B54DA}" destId="{3091234A-772D-408F-B4F6-37CBB66FE002}" srcOrd="3" destOrd="0" presId="urn:microsoft.com/office/officeart/2018/2/layout/IconCircleList"/>
    <dgm:cxn modelId="{723CEF02-484A-4FF4-B351-680E806FAC36}" type="presParOf" srcId="{88CBDBCB-F738-49C0-8FB0-05F31B449D0F}" destId="{5A4AF087-078B-4D0A-905B-2428E5792383}" srcOrd="1" destOrd="0" presId="urn:microsoft.com/office/officeart/2018/2/layout/IconCircleList"/>
    <dgm:cxn modelId="{D0BD6985-D13A-4BD5-8505-43B3DADB003A}" type="presParOf" srcId="{88CBDBCB-F738-49C0-8FB0-05F31B449D0F}" destId="{FA29DB87-D733-493E-9D24-11BB85CBED74}" srcOrd="2" destOrd="0" presId="urn:microsoft.com/office/officeart/2018/2/layout/IconCircleList"/>
    <dgm:cxn modelId="{A75E22CA-BD80-46A3-B152-085FDFE9C3EA}" type="presParOf" srcId="{FA29DB87-D733-493E-9D24-11BB85CBED74}" destId="{7D4AE283-3C32-4CE7-963F-40DB3A00F7F1}" srcOrd="0" destOrd="0" presId="urn:microsoft.com/office/officeart/2018/2/layout/IconCircleList"/>
    <dgm:cxn modelId="{F016908D-0009-4167-970E-87C952F682F3}" type="presParOf" srcId="{FA29DB87-D733-493E-9D24-11BB85CBED74}" destId="{4FEC9A83-73B7-4218-8DF4-97169D0E587A}" srcOrd="1" destOrd="0" presId="urn:microsoft.com/office/officeart/2018/2/layout/IconCircleList"/>
    <dgm:cxn modelId="{EC58BF56-DB3F-4544-AE00-E473A36ADCC4}" type="presParOf" srcId="{FA29DB87-D733-493E-9D24-11BB85CBED74}" destId="{76087CF5-2D01-4DAB-BE5B-A2C26458231F}" srcOrd="2" destOrd="0" presId="urn:microsoft.com/office/officeart/2018/2/layout/IconCircleList"/>
    <dgm:cxn modelId="{5F2CA139-6534-474F-9BCF-FDC3975B384A}" type="presParOf" srcId="{FA29DB87-D733-493E-9D24-11BB85CBED74}" destId="{33DD3705-5B0A-4245-825E-AC8B1E6F6E48}" srcOrd="3" destOrd="0" presId="urn:microsoft.com/office/officeart/2018/2/layout/IconCircleList"/>
    <dgm:cxn modelId="{C9494BF0-2D35-4982-87EF-6AB2CE575280}" type="presParOf" srcId="{88CBDBCB-F738-49C0-8FB0-05F31B449D0F}" destId="{111BCC7D-65B5-46B6-898A-02C9E670EC1D}" srcOrd="3" destOrd="0" presId="urn:microsoft.com/office/officeart/2018/2/layout/IconCircleList"/>
    <dgm:cxn modelId="{47BF703A-5C64-47C8-ADCE-D413CBB1B217}" type="presParOf" srcId="{88CBDBCB-F738-49C0-8FB0-05F31B449D0F}" destId="{F179E66E-CE4F-466C-87ED-875389EF83F2}" srcOrd="4" destOrd="0" presId="urn:microsoft.com/office/officeart/2018/2/layout/IconCircleList"/>
    <dgm:cxn modelId="{F5386833-C8CD-4051-AA10-69A5DED5AD0D}" type="presParOf" srcId="{F179E66E-CE4F-466C-87ED-875389EF83F2}" destId="{9C51F7D6-34A4-4397-BEF8-C04DC57B07DE}" srcOrd="0" destOrd="0" presId="urn:microsoft.com/office/officeart/2018/2/layout/IconCircleList"/>
    <dgm:cxn modelId="{75170C4D-F4B8-417E-A0D2-085FB855402C}" type="presParOf" srcId="{F179E66E-CE4F-466C-87ED-875389EF83F2}" destId="{23F04750-AF66-449C-92C7-8BC75BCDDC11}" srcOrd="1" destOrd="0" presId="urn:microsoft.com/office/officeart/2018/2/layout/IconCircleList"/>
    <dgm:cxn modelId="{0AEF9625-2E8E-40C3-9550-3BB0CA2D18A1}" type="presParOf" srcId="{F179E66E-CE4F-466C-87ED-875389EF83F2}" destId="{4C01C28C-330C-4146-812E-6CA8AB56EBC1}" srcOrd="2" destOrd="0" presId="urn:microsoft.com/office/officeart/2018/2/layout/IconCircleList"/>
    <dgm:cxn modelId="{AC7F2963-DCBF-4EAB-A65A-65B7AC9FC1E1}" type="presParOf" srcId="{F179E66E-CE4F-466C-87ED-875389EF83F2}" destId="{D3A5AAAA-659A-4DEF-ADAE-FFC64F119FBD}" srcOrd="3" destOrd="0" presId="urn:microsoft.com/office/officeart/2018/2/layout/IconCircleList"/>
    <dgm:cxn modelId="{174F5875-5EF7-4FEF-85F5-62FCDC2CF741}" type="presParOf" srcId="{88CBDBCB-F738-49C0-8FB0-05F31B449D0F}" destId="{4EDC7546-902A-48F9-9EF0-8319DF6663F4}" srcOrd="5" destOrd="0" presId="urn:microsoft.com/office/officeart/2018/2/layout/IconCircleList"/>
    <dgm:cxn modelId="{A4679729-2B4A-4E4F-AA77-254AAFCDC10D}" type="presParOf" srcId="{88CBDBCB-F738-49C0-8FB0-05F31B449D0F}" destId="{AE39A602-446B-4764-9111-CCDAC14E11CD}" srcOrd="6" destOrd="0" presId="urn:microsoft.com/office/officeart/2018/2/layout/IconCircleList"/>
    <dgm:cxn modelId="{AF5AAF92-3C6B-4824-9C84-09393999D776}" type="presParOf" srcId="{AE39A602-446B-4764-9111-CCDAC14E11CD}" destId="{175D4798-C4FE-4B3D-900C-4EB91BE5DB5C}" srcOrd="0" destOrd="0" presId="urn:microsoft.com/office/officeart/2018/2/layout/IconCircleList"/>
    <dgm:cxn modelId="{62B01D33-0048-4A94-B3FD-4B31C686682F}" type="presParOf" srcId="{AE39A602-446B-4764-9111-CCDAC14E11CD}" destId="{ADA22633-954E-4220-A468-0FBE07440CE3}" srcOrd="1" destOrd="0" presId="urn:microsoft.com/office/officeart/2018/2/layout/IconCircleList"/>
    <dgm:cxn modelId="{B782F9D1-2F4F-492E-BDE3-CAAFD17A5B63}" type="presParOf" srcId="{AE39A602-446B-4764-9111-CCDAC14E11CD}" destId="{BE03CA8D-8E1C-4347-ADBC-6C31618A5A13}" srcOrd="2" destOrd="0" presId="urn:microsoft.com/office/officeart/2018/2/layout/IconCircleList"/>
    <dgm:cxn modelId="{5F1463F4-008F-4B22-A03F-74479637198A}" type="presParOf" srcId="{AE39A602-446B-4764-9111-CCDAC14E11CD}" destId="{C2AA72EF-269C-4663-87AA-83AAE77D6886}"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A0932C0-67F8-47FA-9996-3E81CDE65AF1}" type="doc">
      <dgm:prSet loTypeId="urn:microsoft.com/office/officeart/2008/layout/LinedList" loCatId="list" qsTypeId="urn:microsoft.com/office/officeart/2005/8/quickstyle/simple4" qsCatId="simple" csTypeId="urn:microsoft.com/office/officeart/2005/8/colors/accent0_3" csCatId="mainScheme"/>
      <dgm:spPr/>
      <dgm:t>
        <a:bodyPr/>
        <a:lstStyle/>
        <a:p>
          <a:endParaRPr lang="en-US"/>
        </a:p>
      </dgm:t>
    </dgm:pt>
    <dgm:pt modelId="{797FC53E-3DF5-4191-96E9-474CA9DDF0D3}">
      <dgm:prSet/>
      <dgm:spPr/>
      <dgm:t>
        <a:bodyPr/>
        <a:lstStyle/>
        <a:p>
          <a:r>
            <a:rPr lang="en-US" b="1" i="0"/>
            <a:t>Understanding Code</a:t>
          </a:r>
          <a:r>
            <a:rPr lang="en-US" b="0" i="0"/>
            <a:t>:</a:t>
          </a:r>
          <a:endParaRPr lang="en-US"/>
        </a:p>
      </dgm:t>
    </dgm:pt>
    <dgm:pt modelId="{D16A4EB0-E7CB-4C9E-B30B-26CCA411F24F}" type="parTrans" cxnId="{73A7C485-9A59-4D01-B237-2D7BA83FBD9F}">
      <dgm:prSet/>
      <dgm:spPr/>
      <dgm:t>
        <a:bodyPr/>
        <a:lstStyle/>
        <a:p>
          <a:endParaRPr lang="en-US"/>
        </a:p>
      </dgm:t>
    </dgm:pt>
    <dgm:pt modelId="{C0E1AFF8-4A43-4B7D-9E5E-627552B3DD06}" type="sibTrans" cxnId="{73A7C485-9A59-4D01-B237-2D7BA83FBD9F}">
      <dgm:prSet/>
      <dgm:spPr/>
      <dgm:t>
        <a:bodyPr/>
        <a:lstStyle/>
        <a:p>
          <a:endParaRPr lang="en-US"/>
        </a:p>
      </dgm:t>
    </dgm:pt>
    <dgm:pt modelId="{F539B201-EEA1-4ECE-9F6A-050532317B59}">
      <dgm:prSet/>
      <dgm:spPr/>
      <dgm:t>
        <a:bodyPr/>
        <a:lstStyle/>
        <a:p>
          <a:r>
            <a:rPr lang="en-US" b="0" i="0"/>
            <a:t>GenAI can parse source code and understand its structure, including variables, functions, classes, and libraries used.</a:t>
          </a:r>
          <a:endParaRPr lang="en-US"/>
        </a:p>
      </dgm:t>
    </dgm:pt>
    <dgm:pt modelId="{48D564EA-9FA9-4883-A634-3D963251873D}" type="parTrans" cxnId="{F3728373-29A2-484F-B4D3-457448104F4D}">
      <dgm:prSet/>
      <dgm:spPr/>
      <dgm:t>
        <a:bodyPr/>
        <a:lstStyle/>
        <a:p>
          <a:endParaRPr lang="en-US"/>
        </a:p>
      </dgm:t>
    </dgm:pt>
    <dgm:pt modelId="{416FD38A-1D41-4785-B369-D09618EA7848}" type="sibTrans" cxnId="{F3728373-29A2-484F-B4D3-457448104F4D}">
      <dgm:prSet/>
      <dgm:spPr/>
      <dgm:t>
        <a:bodyPr/>
        <a:lstStyle/>
        <a:p>
          <a:endParaRPr lang="en-US"/>
        </a:p>
      </dgm:t>
    </dgm:pt>
    <dgm:pt modelId="{97713F2D-679A-4617-8AE1-7BC82148D997}">
      <dgm:prSet/>
      <dgm:spPr/>
      <dgm:t>
        <a:bodyPr/>
        <a:lstStyle/>
        <a:p>
          <a:r>
            <a:rPr lang="en-US" b="0" i="0"/>
            <a:t>It helps in recognizing patterns and identifying potential issues based on best practices.</a:t>
          </a:r>
          <a:endParaRPr lang="en-US"/>
        </a:p>
      </dgm:t>
    </dgm:pt>
    <dgm:pt modelId="{EDF7AF01-7563-40CA-8573-C4F98293D199}" type="parTrans" cxnId="{DAD5FC77-10DC-489E-AA78-15C99E57A328}">
      <dgm:prSet/>
      <dgm:spPr/>
      <dgm:t>
        <a:bodyPr/>
        <a:lstStyle/>
        <a:p>
          <a:endParaRPr lang="en-US"/>
        </a:p>
      </dgm:t>
    </dgm:pt>
    <dgm:pt modelId="{971F2313-F84E-40D1-B4F2-BE76346DF4FB}" type="sibTrans" cxnId="{DAD5FC77-10DC-489E-AA78-15C99E57A328}">
      <dgm:prSet/>
      <dgm:spPr/>
      <dgm:t>
        <a:bodyPr/>
        <a:lstStyle/>
        <a:p>
          <a:endParaRPr lang="en-US"/>
        </a:p>
      </dgm:t>
    </dgm:pt>
    <dgm:pt modelId="{38560881-AFE3-4C2B-A2C5-B013A0D87D04}">
      <dgm:prSet/>
      <dgm:spPr/>
      <dgm:t>
        <a:bodyPr/>
        <a:lstStyle/>
        <a:p>
          <a:r>
            <a:rPr lang="en-US" b="1" i="0"/>
            <a:t>Static Code Analysis</a:t>
          </a:r>
          <a:r>
            <a:rPr lang="en-US" b="0" i="0"/>
            <a:t>:</a:t>
          </a:r>
          <a:endParaRPr lang="en-US"/>
        </a:p>
      </dgm:t>
    </dgm:pt>
    <dgm:pt modelId="{7AB76082-F933-44E4-B4FA-96A5710EED51}" type="parTrans" cxnId="{758EAC7C-465C-4CFE-8BF0-6326517D7518}">
      <dgm:prSet/>
      <dgm:spPr/>
      <dgm:t>
        <a:bodyPr/>
        <a:lstStyle/>
        <a:p>
          <a:endParaRPr lang="en-US"/>
        </a:p>
      </dgm:t>
    </dgm:pt>
    <dgm:pt modelId="{3E1F9A02-8C33-489D-9699-3DCFDD965ABC}" type="sibTrans" cxnId="{758EAC7C-465C-4CFE-8BF0-6326517D7518}">
      <dgm:prSet/>
      <dgm:spPr/>
      <dgm:t>
        <a:bodyPr/>
        <a:lstStyle/>
        <a:p>
          <a:endParaRPr lang="en-US"/>
        </a:p>
      </dgm:t>
    </dgm:pt>
    <dgm:pt modelId="{470F405C-FD77-4444-AC09-AA5E055837F1}">
      <dgm:prSet/>
      <dgm:spPr/>
      <dgm:t>
        <a:bodyPr/>
        <a:lstStyle/>
        <a:p>
          <a:r>
            <a:rPr lang="en-US" b="0" i="0"/>
            <a:t>Tools can analyze code without executing it to find potential bugs and vulnerabilities.</a:t>
          </a:r>
          <a:endParaRPr lang="en-US"/>
        </a:p>
      </dgm:t>
    </dgm:pt>
    <dgm:pt modelId="{8A7A8D8D-EF91-4FC5-99FF-E5F902634C8A}" type="parTrans" cxnId="{87AB547D-6517-4875-9667-E95E82E65CEF}">
      <dgm:prSet/>
      <dgm:spPr/>
      <dgm:t>
        <a:bodyPr/>
        <a:lstStyle/>
        <a:p>
          <a:endParaRPr lang="en-US"/>
        </a:p>
      </dgm:t>
    </dgm:pt>
    <dgm:pt modelId="{35C80FB4-4172-4144-9904-0C8462575359}" type="sibTrans" cxnId="{87AB547D-6517-4875-9667-E95E82E65CEF}">
      <dgm:prSet/>
      <dgm:spPr/>
      <dgm:t>
        <a:bodyPr/>
        <a:lstStyle/>
        <a:p>
          <a:endParaRPr lang="en-US"/>
        </a:p>
      </dgm:t>
    </dgm:pt>
    <dgm:pt modelId="{2651A4BE-509E-4C64-B86A-F8F16916CB31}">
      <dgm:prSet/>
      <dgm:spPr/>
      <dgm:t>
        <a:bodyPr/>
        <a:lstStyle/>
        <a:p>
          <a:r>
            <a:rPr lang="en-US" b="0" i="0"/>
            <a:t>Examples of static code analysis tools include ESLint (JavaScript), Pylint (Python), and SonarQube (multiple languages).</a:t>
          </a:r>
          <a:endParaRPr lang="en-US"/>
        </a:p>
      </dgm:t>
    </dgm:pt>
    <dgm:pt modelId="{25D78648-F99F-45D6-B2F4-2FF9E1ACAD26}" type="parTrans" cxnId="{95F86ADA-4C5E-4A85-9DA0-089049E94721}">
      <dgm:prSet/>
      <dgm:spPr/>
      <dgm:t>
        <a:bodyPr/>
        <a:lstStyle/>
        <a:p>
          <a:endParaRPr lang="en-US"/>
        </a:p>
      </dgm:t>
    </dgm:pt>
    <dgm:pt modelId="{62E90E45-564C-48DC-8B2D-F3197AC4537D}" type="sibTrans" cxnId="{95F86ADA-4C5E-4A85-9DA0-089049E94721}">
      <dgm:prSet/>
      <dgm:spPr/>
      <dgm:t>
        <a:bodyPr/>
        <a:lstStyle/>
        <a:p>
          <a:endParaRPr lang="en-US"/>
        </a:p>
      </dgm:t>
    </dgm:pt>
    <dgm:pt modelId="{9311358B-AED2-4274-85EA-EB928E19F24C}">
      <dgm:prSet/>
      <dgm:spPr/>
      <dgm:t>
        <a:bodyPr/>
        <a:lstStyle/>
        <a:p>
          <a:r>
            <a:rPr lang="en-US" b="1" i="0" dirty="0"/>
            <a:t>Code Quality Assurance</a:t>
          </a:r>
          <a:r>
            <a:rPr lang="en-US" b="0" i="0" dirty="0"/>
            <a:t>:</a:t>
          </a:r>
          <a:endParaRPr lang="en-US" dirty="0"/>
        </a:p>
      </dgm:t>
    </dgm:pt>
    <dgm:pt modelId="{5F19122F-3FE4-49A2-ABEE-838C279E2C4A}" type="parTrans" cxnId="{1EEBF2FB-92BF-4B43-B051-CC50B8AB09F9}">
      <dgm:prSet/>
      <dgm:spPr/>
      <dgm:t>
        <a:bodyPr/>
        <a:lstStyle/>
        <a:p>
          <a:endParaRPr lang="en-US"/>
        </a:p>
      </dgm:t>
    </dgm:pt>
    <dgm:pt modelId="{4037DA89-EF01-49CA-BFDF-C46BEAE1B7B8}" type="sibTrans" cxnId="{1EEBF2FB-92BF-4B43-B051-CC50B8AB09F9}">
      <dgm:prSet/>
      <dgm:spPr/>
      <dgm:t>
        <a:bodyPr/>
        <a:lstStyle/>
        <a:p>
          <a:endParaRPr lang="en-US"/>
        </a:p>
      </dgm:t>
    </dgm:pt>
    <dgm:pt modelId="{3A4221DE-A760-4FFB-AA7B-E8103E9E4672}">
      <dgm:prSet/>
      <dgm:spPr/>
      <dgm:t>
        <a:bodyPr/>
        <a:lstStyle/>
        <a:p>
          <a:r>
            <a:rPr lang="en-US" b="0" i="0"/>
            <a:t>GenAI can highlight areas for improvement, such as code duplication, complexity issues, and non-adherence to coding standards.</a:t>
          </a:r>
          <a:endParaRPr lang="en-US"/>
        </a:p>
      </dgm:t>
    </dgm:pt>
    <dgm:pt modelId="{DFA7B9C8-4C17-44CD-B7CC-5F895439530F}" type="parTrans" cxnId="{FFF80EF0-A4F6-47E6-8FDC-4AFD963C9387}">
      <dgm:prSet/>
      <dgm:spPr/>
      <dgm:t>
        <a:bodyPr/>
        <a:lstStyle/>
        <a:p>
          <a:endParaRPr lang="en-US"/>
        </a:p>
      </dgm:t>
    </dgm:pt>
    <dgm:pt modelId="{EB30F31E-5B52-4553-AAD6-538003E41532}" type="sibTrans" cxnId="{FFF80EF0-A4F6-47E6-8FDC-4AFD963C9387}">
      <dgm:prSet/>
      <dgm:spPr/>
      <dgm:t>
        <a:bodyPr/>
        <a:lstStyle/>
        <a:p>
          <a:endParaRPr lang="en-US"/>
        </a:p>
      </dgm:t>
    </dgm:pt>
    <dgm:pt modelId="{3F9C28DB-5328-49FF-BDEA-B7572E1D279D}">
      <dgm:prSet/>
      <dgm:spPr/>
      <dgm:t>
        <a:bodyPr/>
        <a:lstStyle/>
        <a:p>
          <a:r>
            <a:rPr lang="en-US" b="0" i="0"/>
            <a:t>Incorporating AI into code reviews can expedite the review process and enhance code quality.</a:t>
          </a:r>
          <a:endParaRPr lang="en-US"/>
        </a:p>
      </dgm:t>
    </dgm:pt>
    <dgm:pt modelId="{91543D24-3F55-4139-9905-C9F4BF03DE3F}" type="parTrans" cxnId="{C263F74A-ABD7-43EF-B53B-B7B5113CFA4F}">
      <dgm:prSet/>
      <dgm:spPr/>
      <dgm:t>
        <a:bodyPr/>
        <a:lstStyle/>
        <a:p>
          <a:endParaRPr lang="en-US"/>
        </a:p>
      </dgm:t>
    </dgm:pt>
    <dgm:pt modelId="{045FC6C5-4C15-4659-B4B1-4B4A7EC433B1}" type="sibTrans" cxnId="{C263F74A-ABD7-43EF-B53B-B7B5113CFA4F}">
      <dgm:prSet/>
      <dgm:spPr/>
      <dgm:t>
        <a:bodyPr/>
        <a:lstStyle/>
        <a:p>
          <a:endParaRPr lang="en-US"/>
        </a:p>
      </dgm:t>
    </dgm:pt>
    <dgm:pt modelId="{DA980EB2-6BEE-4223-9A7C-5E87C4C34E32}">
      <dgm:prSet/>
      <dgm:spPr/>
      <dgm:t>
        <a:bodyPr/>
        <a:lstStyle/>
        <a:p>
          <a:r>
            <a:rPr lang="en-US" b="1" i="0"/>
            <a:t>Automated Documentation Generation</a:t>
          </a:r>
          <a:r>
            <a:rPr lang="en-US" b="0" i="0"/>
            <a:t>:</a:t>
          </a:r>
          <a:endParaRPr lang="en-US"/>
        </a:p>
      </dgm:t>
    </dgm:pt>
    <dgm:pt modelId="{61B5F261-C282-4303-A6B3-C0B93E22052E}" type="parTrans" cxnId="{EF733142-4B30-4624-8209-0444C44DFE7F}">
      <dgm:prSet/>
      <dgm:spPr/>
      <dgm:t>
        <a:bodyPr/>
        <a:lstStyle/>
        <a:p>
          <a:endParaRPr lang="en-US"/>
        </a:p>
      </dgm:t>
    </dgm:pt>
    <dgm:pt modelId="{77BA3E66-8B9B-46EE-9455-8E2A7E958438}" type="sibTrans" cxnId="{EF733142-4B30-4624-8209-0444C44DFE7F}">
      <dgm:prSet/>
      <dgm:spPr/>
      <dgm:t>
        <a:bodyPr/>
        <a:lstStyle/>
        <a:p>
          <a:endParaRPr lang="en-US"/>
        </a:p>
      </dgm:t>
    </dgm:pt>
    <dgm:pt modelId="{4DBE283C-6128-4167-9FF2-FBFE5285D0D9}">
      <dgm:prSet/>
      <dgm:spPr/>
      <dgm:t>
        <a:bodyPr/>
        <a:lstStyle/>
        <a:p>
          <a:r>
            <a:rPr lang="en-US" b="0" i="0"/>
            <a:t>It can generate comments and documentation for code segments based on the context, making it easier for developers to understand functionality.</a:t>
          </a:r>
          <a:endParaRPr lang="en-US"/>
        </a:p>
      </dgm:t>
    </dgm:pt>
    <dgm:pt modelId="{BC59874A-EF71-4F90-B0B2-BAF6335B2A33}" type="parTrans" cxnId="{51358DEA-A1FA-4F6E-9F05-6728BE3558FA}">
      <dgm:prSet/>
      <dgm:spPr/>
      <dgm:t>
        <a:bodyPr/>
        <a:lstStyle/>
        <a:p>
          <a:endParaRPr lang="en-US"/>
        </a:p>
      </dgm:t>
    </dgm:pt>
    <dgm:pt modelId="{A42860DF-D57D-49D7-88BE-7CB1E346B9FC}" type="sibTrans" cxnId="{51358DEA-A1FA-4F6E-9F05-6728BE3558FA}">
      <dgm:prSet/>
      <dgm:spPr/>
      <dgm:t>
        <a:bodyPr/>
        <a:lstStyle/>
        <a:p>
          <a:endParaRPr lang="en-US"/>
        </a:p>
      </dgm:t>
    </dgm:pt>
    <dgm:pt modelId="{42DF7255-6FE2-4E24-90EA-542F9332B6AA}">
      <dgm:prSet/>
      <dgm:spPr/>
      <dgm:t>
        <a:bodyPr/>
        <a:lstStyle/>
        <a:p>
          <a:r>
            <a:rPr lang="en-US" b="1" i="0"/>
            <a:t>Code Suggestion and Generation</a:t>
          </a:r>
          <a:r>
            <a:rPr lang="en-US" b="0" i="0"/>
            <a:t>:</a:t>
          </a:r>
          <a:endParaRPr lang="en-US"/>
        </a:p>
      </dgm:t>
    </dgm:pt>
    <dgm:pt modelId="{5708200E-2DB4-4CBD-9DE1-0980B56EF86F}" type="parTrans" cxnId="{898D22B4-3C99-4143-AAC4-BDD9DFD4FD6A}">
      <dgm:prSet/>
      <dgm:spPr/>
      <dgm:t>
        <a:bodyPr/>
        <a:lstStyle/>
        <a:p>
          <a:endParaRPr lang="en-US"/>
        </a:p>
      </dgm:t>
    </dgm:pt>
    <dgm:pt modelId="{9263F85E-8AA2-45CE-B505-9B23913E51BB}" type="sibTrans" cxnId="{898D22B4-3C99-4143-AAC4-BDD9DFD4FD6A}">
      <dgm:prSet/>
      <dgm:spPr/>
      <dgm:t>
        <a:bodyPr/>
        <a:lstStyle/>
        <a:p>
          <a:endParaRPr lang="en-US"/>
        </a:p>
      </dgm:t>
    </dgm:pt>
    <dgm:pt modelId="{2FE40ABA-D7C0-45AD-B86B-ACE3A28AA29A}">
      <dgm:prSet/>
      <dgm:spPr/>
      <dgm:t>
        <a:bodyPr/>
        <a:lstStyle/>
        <a:p>
          <a:r>
            <a:rPr lang="en-US" b="0" i="0"/>
            <a:t>Developers can get real-time code suggestions and auto-completions, helping to reduce development time.</a:t>
          </a:r>
          <a:endParaRPr lang="en-US"/>
        </a:p>
      </dgm:t>
    </dgm:pt>
    <dgm:pt modelId="{8EAE5824-D4F4-4936-90E3-D40559661FD3}" type="parTrans" cxnId="{685C5F3B-E4A4-4EDA-B18F-DCFDEB70CEC6}">
      <dgm:prSet/>
      <dgm:spPr/>
      <dgm:t>
        <a:bodyPr/>
        <a:lstStyle/>
        <a:p>
          <a:endParaRPr lang="en-US"/>
        </a:p>
      </dgm:t>
    </dgm:pt>
    <dgm:pt modelId="{BF5F2358-7778-4BB8-A88A-78A1F8749252}" type="sibTrans" cxnId="{685C5F3B-E4A4-4EDA-B18F-DCFDEB70CEC6}">
      <dgm:prSet/>
      <dgm:spPr/>
      <dgm:t>
        <a:bodyPr/>
        <a:lstStyle/>
        <a:p>
          <a:endParaRPr lang="en-US"/>
        </a:p>
      </dgm:t>
    </dgm:pt>
    <dgm:pt modelId="{028495D4-3648-4542-A7C1-06B4F7A45B75}">
      <dgm:prSet/>
      <dgm:spPr/>
      <dgm:t>
        <a:bodyPr/>
        <a:lstStyle/>
        <a:p>
          <a:r>
            <a:rPr lang="en-US" b="0" i="0"/>
            <a:t>GenAI can generate boilerplate code or even complete functions based on a user's input.</a:t>
          </a:r>
          <a:endParaRPr lang="en-US"/>
        </a:p>
      </dgm:t>
    </dgm:pt>
    <dgm:pt modelId="{23B94DDC-ACE0-4927-905B-735CF723566C}" type="parTrans" cxnId="{9D6D55CD-1006-4185-96A8-2D960330F993}">
      <dgm:prSet/>
      <dgm:spPr/>
      <dgm:t>
        <a:bodyPr/>
        <a:lstStyle/>
        <a:p>
          <a:endParaRPr lang="en-US"/>
        </a:p>
      </dgm:t>
    </dgm:pt>
    <dgm:pt modelId="{AF46E943-849D-4C2B-AEFD-F22AEF8D4025}" type="sibTrans" cxnId="{9D6D55CD-1006-4185-96A8-2D960330F993}">
      <dgm:prSet/>
      <dgm:spPr/>
      <dgm:t>
        <a:bodyPr/>
        <a:lstStyle/>
        <a:p>
          <a:endParaRPr lang="en-US"/>
        </a:p>
      </dgm:t>
    </dgm:pt>
    <dgm:pt modelId="{52EA6D31-877F-47AC-92E2-B4F855256943}">
      <dgm:prSet/>
      <dgm:spPr/>
      <dgm:t>
        <a:bodyPr/>
        <a:lstStyle/>
        <a:p>
          <a:r>
            <a:rPr lang="en-US" b="1" i="0"/>
            <a:t>Learning and Adaptation</a:t>
          </a:r>
          <a:r>
            <a:rPr lang="en-US" b="0" i="0"/>
            <a:t>:</a:t>
          </a:r>
          <a:endParaRPr lang="en-US"/>
        </a:p>
      </dgm:t>
    </dgm:pt>
    <dgm:pt modelId="{A73EDC0B-5835-4DE2-9B65-3C14F89A6E2E}" type="parTrans" cxnId="{6269A798-C95F-4CF8-BF1F-B5ABB8E6AD67}">
      <dgm:prSet/>
      <dgm:spPr/>
      <dgm:t>
        <a:bodyPr/>
        <a:lstStyle/>
        <a:p>
          <a:endParaRPr lang="en-US"/>
        </a:p>
      </dgm:t>
    </dgm:pt>
    <dgm:pt modelId="{86F2320A-09F3-46EB-A342-CF19AE29C2AD}" type="sibTrans" cxnId="{6269A798-C95F-4CF8-BF1F-B5ABB8E6AD67}">
      <dgm:prSet/>
      <dgm:spPr/>
      <dgm:t>
        <a:bodyPr/>
        <a:lstStyle/>
        <a:p>
          <a:endParaRPr lang="en-US"/>
        </a:p>
      </dgm:t>
    </dgm:pt>
    <dgm:pt modelId="{4E52B985-1924-4FEC-AE1F-5BA99FE27B6C}">
      <dgm:prSet/>
      <dgm:spPr/>
      <dgm:t>
        <a:bodyPr/>
        <a:lstStyle/>
        <a:p>
          <a:r>
            <a:rPr lang="en-US" b="0" i="0"/>
            <a:t>GenAI tools can learn from the existing codebase and adapt to the coding style of a team over time, making suggestions that align with a specific project's conventions.</a:t>
          </a:r>
          <a:endParaRPr lang="en-US"/>
        </a:p>
      </dgm:t>
    </dgm:pt>
    <dgm:pt modelId="{A901B096-FEB4-4AC7-B331-939980D55538}" type="parTrans" cxnId="{53FD042E-F2AA-47CB-8ACC-AA8D784F9509}">
      <dgm:prSet/>
      <dgm:spPr/>
      <dgm:t>
        <a:bodyPr/>
        <a:lstStyle/>
        <a:p>
          <a:endParaRPr lang="en-US"/>
        </a:p>
      </dgm:t>
    </dgm:pt>
    <dgm:pt modelId="{D1492286-A4D0-4480-8B22-011CC269A0AF}" type="sibTrans" cxnId="{53FD042E-F2AA-47CB-8ACC-AA8D784F9509}">
      <dgm:prSet/>
      <dgm:spPr/>
      <dgm:t>
        <a:bodyPr/>
        <a:lstStyle/>
        <a:p>
          <a:endParaRPr lang="en-US"/>
        </a:p>
      </dgm:t>
    </dgm:pt>
    <dgm:pt modelId="{1335B1F2-33DD-4577-92C6-9F3D77FE7A61}" type="pres">
      <dgm:prSet presAssocID="{2A0932C0-67F8-47FA-9996-3E81CDE65AF1}" presName="vert0" presStyleCnt="0">
        <dgm:presLayoutVars>
          <dgm:dir/>
          <dgm:animOne val="branch"/>
          <dgm:animLvl val="lvl"/>
        </dgm:presLayoutVars>
      </dgm:prSet>
      <dgm:spPr/>
    </dgm:pt>
    <dgm:pt modelId="{C50FFEFE-F499-4AAA-9D8B-100CAC3A53BE}" type="pres">
      <dgm:prSet presAssocID="{797FC53E-3DF5-4191-96E9-474CA9DDF0D3}" presName="thickLine" presStyleLbl="alignNode1" presStyleIdx="0" presStyleCnt="6"/>
      <dgm:spPr/>
    </dgm:pt>
    <dgm:pt modelId="{E9D344AB-9153-43A5-8587-591C754E4C7F}" type="pres">
      <dgm:prSet presAssocID="{797FC53E-3DF5-4191-96E9-474CA9DDF0D3}" presName="horz1" presStyleCnt="0"/>
      <dgm:spPr/>
    </dgm:pt>
    <dgm:pt modelId="{B6654CA2-A22D-416B-8AF2-E4A1A964CDA4}" type="pres">
      <dgm:prSet presAssocID="{797FC53E-3DF5-4191-96E9-474CA9DDF0D3}" presName="tx1" presStyleLbl="revTx" presStyleIdx="0" presStyleCnt="16"/>
      <dgm:spPr/>
    </dgm:pt>
    <dgm:pt modelId="{C2549C5A-4AA0-4EA6-BA1C-F2C9B2AA9CDD}" type="pres">
      <dgm:prSet presAssocID="{797FC53E-3DF5-4191-96E9-474CA9DDF0D3}" presName="vert1" presStyleCnt="0"/>
      <dgm:spPr/>
    </dgm:pt>
    <dgm:pt modelId="{EA0F7E04-9F85-4A59-91CE-02DABAC0FE06}" type="pres">
      <dgm:prSet presAssocID="{F539B201-EEA1-4ECE-9F6A-050532317B59}" presName="vertSpace2a" presStyleCnt="0"/>
      <dgm:spPr/>
    </dgm:pt>
    <dgm:pt modelId="{1905E4CB-8375-4069-9B37-B2F12C1954C7}" type="pres">
      <dgm:prSet presAssocID="{F539B201-EEA1-4ECE-9F6A-050532317B59}" presName="horz2" presStyleCnt="0"/>
      <dgm:spPr/>
    </dgm:pt>
    <dgm:pt modelId="{FAFCC580-D4A2-487A-9FED-9F135A8F69C0}" type="pres">
      <dgm:prSet presAssocID="{F539B201-EEA1-4ECE-9F6A-050532317B59}" presName="horzSpace2" presStyleCnt="0"/>
      <dgm:spPr/>
    </dgm:pt>
    <dgm:pt modelId="{5F80F71F-1482-43B2-A0A0-DC21583BB15E}" type="pres">
      <dgm:prSet presAssocID="{F539B201-EEA1-4ECE-9F6A-050532317B59}" presName="tx2" presStyleLbl="revTx" presStyleIdx="1" presStyleCnt="16"/>
      <dgm:spPr/>
    </dgm:pt>
    <dgm:pt modelId="{F3594AC0-3B41-41E1-A3FB-D169E803338C}" type="pres">
      <dgm:prSet presAssocID="{F539B201-EEA1-4ECE-9F6A-050532317B59}" presName="vert2" presStyleCnt="0"/>
      <dgm:spPr/>
    </dgm:pt>
    <dgm:pt modelId="{DF6C04C4-56B8-4A19-89A3-C6C4E03DF8EA}" type="pres">
      <dgm:prSet presAssocID="{F539B201-EEA1-4ECE-9F6A-050532317B59}" presName="thinLine2b" presStyleLbl="callout" presStyleIdx="0" presStyleCnt="10"/>
      <dgm:spPr/>
    </dgm:pt>
    <dgm:pt modelId="{B1B77E06-C6C0-4889-A289-C4DC7737DF9D}" type="pres">
      <dgm:prSet presAssocID="{F539B201-EEA1-4ECE-9F6A-050532317B59}" presName="vertSpace2b" presStyleCnt="0"/>
      <dgm:spPr/>
    </dgm:pt>
    <dgm:pt modelId="{C366E8CB-B615-4E19-97DE-71F3F13CE7BD}" type="pres">
      <dgm:prSet presAssocID="{97713F2D-679A-4617-8AE1-7BC82148D997}" presName="horz2" presStyleCnt="0"/>
      <dgm:spPr/>
    </dgm:pt>
    <dgm:pt modelId="{98C8F455-9E75-46BF-A7AE-C46C8CEB7C62}" type="pres">
      <dgm:prSet presAssocID="{97713F2D-679A-4617-8AE1-7BC82148D997}" presName="horzSpace2" presStyleCnt="0"/>
      <dgm:spPr/>
    </dgm:pt>
    <dgm:pt modelId="{4356CD42-05D8-48E0-A3C0-241A25ABB846}" type="pres">
      <dgm:prSet presAssocID="{97713F2D-679A-4617-8AE1-7BC82148D997}" presName="tx2" presStyleLbl="revTx" presStyleIdx="2" presStyleCnt="16"/>
      <dgm:spPr/>
    </dgm:pt>
    <dgm:pt modelId="{821BD010-5E88-4233-9405-90BDCFB469C2}" type="pres">
      <dgm:prSet presAssocID="{97713F2D-679A-4617-8AE1-7BC82148D997}" presName="vert2" presStyleCnt="0"/>
      <dgm:spPr/>
    </dgm:pt>
    <dgm:pt modelId="{03CD4FC6-AA58-4B04-ADFB-ED5F5FA45D7B}" type="pres">
      <dgm:prSet presAssocID="{97713F2D-679A-4617-8AE1-7BC82148D997}" presName="thinLine2b" presStyleLbl="callout" presStyleIdx="1" presStyleCnt="10"/>
      <dgm:spPr/>
    </dgm:pt>
    <dgm:pt modelId="{8D7515EE-B3A4-4CC0-87D1-E628A63DEE79}" type="pres">
      <dgm:prSet presAssocID="{97713F2D-679A-4617-8AE1-7BC82148D997}" presName="vertSpace2b" presStyleCnt="0"/>
      <dgm:spPr/>
    </dgm:pt>
    <dgm:pt modelId="{8DB63B93-6E92-416C-BE4F-A1C5E79E655C}" type="pres">
      <dgm:prSet presAssocID="{38560881-AFE3-4C2B-A2C5-B013A0D87D04}" presName="thickLine" presStyleLbl="alignNode1" presStyleIdx="1" presStyleCnt="6"/>
      <dgm:spPr/>
    </dgm:pt>
    <dgm:pt modelId="{826001C6-B664-4A64-A8BF-946B49A61A01}" type="pres">
      <dgm:prSet presAssocID="{38560881-AFE3-4C2B-A2C5-B013A0D87D04}" presName="horz1" presStyleCnt="0"/>
      <dgm:spPr/>
    </dgm:pt>
    <dgm:pt modelId="{5B7FF8E4-4184-482B-80CC-41BDCF40B79B}" type="pres">
      <dgm:prSet presAssocID="{38560881-AFE3-4C2B-A2C5-B013A0D87D04}" presName="tx1" presStyleLbl="revTx" presStyleIdx="3" presStyleCnt="16"/>
      <dgm:spPr/>
    </dgm:pt>
    <dgm:pt modelId="{1DE35AE1-2713-4CE0-ADEB-06F7560B9891}" type="pres">
      <dgm:prSet presAssocID="{38560881-AFE3-4C2B-A2C5-B013A0D87D04}" presName="vert1" presStyleCnt="0"/>
      <dgm:spPr/>
    </dgm:pt>
    <dgm:pt modelId="{2151436B-3A7E-40DB-B726-2C3ECCBED63B}" type="pres">
      <dgm:prSet presAssocID="{470F405C-FD77-4444-AC09-AA5E055837F1}" presName="vertSpace2a" presStyleCnt="0"/>
      <dgm:spPr/>
    </dgm:pt>
    <dgm:pt modelId="{1209D9F9-1DCD-4AC4-89B1-62E513CE3E18}" type="pres">
      <dgm:prSet presAssocID="{470F405C-FD77-4444-AC09-AA5E055837F1}" presName="horz2" presStyleCnt="0"/>
      <dgm:spPr/>
    </dgm:pt>
    <dgm:pt modelId="{78CE11F3-B9D8-40FF-A992-370C1DECABBB}" type="pres">
      <dgm:prSet presAssocID="{470F405C-FD77-4444-AC09-AA5E055837F1}" presName="horzSpace2" presStyleCnt="0"/>
      <dgm:spPr/>
    </dgm:pt>
    <dgm:pt modelId="{3ACDF4DB-F1D5-4F25-AB1C-61DE4171B340}" type="pres">
      <dgm:prSet presAssocID="{470F405C-FD77-4444-AC09-AA5E055837F1}" presName="tx2" presStyleLbl="revTx" presStyleIdx="4" presStyleCnt="16"/>
      <dgm:spPr/>
    </dgm:pt>
    <dgm:pt modelId="{10ACADE7-3479-4B57-B9ED-C7A8AA655331}" type="pres">
      <dgm:prSet presAssocID="{470F405C-FD77-4444-AC09-AA5E055837F1}" presName="vert2" presStyleCnt="0"/>
      <dgm:spPr/>
    </dgm:pt>
    <dgm:pt modelId="{1E36A88A-811C-499E-9CEA-389837FC13D7}" type="pres">
      <dgm:prSet presAssocID="{470F405C-FD77-4444-AC09-AA5E055837F1}" presName="thinLine2b" presStyleLbl="callout" presStyleIdx="2" presStyleCnt="10"/>
      <dgm:spPr/>
    </dgm:pt>
    <dgm:pt modelId="{05C89966-8963-4832-8C45-0F77EC2BE955}" type="pres">
      <dgm:prSet presAssocID="{470F405C-FD77-4444-AC09-AA5E055837F1}" presName="vertSpace2b" presStyleCnt="0"/>
      <dgm:spPr/>
    </dgm:pt>
    <dgm:pt modelId="{4B9BC62E-EDBB-4167-92E1-59B99AAED034}" type="pres">
      <dgm:prSet presAssocID="{2651A4BE-509E-4C64-B86A-F8F16916CB31}" presName="horz2" presStyleCnt="0"/>
      <dgm:spPr/>
    </dgm:pt>
    <dgm:pt modelId="{6DAFF90E-20EB-43F1-9E6D-5D8BE146680E}" type="pres">
      <dgm:prSet presAssocID="{2651A4BE-509E-4C64-B86A-F8F16916CB31}" presName="horzSpace2" presStyleCnt="0"/>
      <dgm:spPr/>
    </dgm:pt>
    <dgm:pt modelId="{9582C4EA-E9AB-4BD5-AD9F-219F6ABEDF52}" type="pres">
      <dgm:prSet presAssocID="{2651A4BE-509E-4C64-B86A-F8F16916CB31}" presName="tx2" presStyleLbl="revTx" presStyleIdx="5" presStyleCnt="16"/>
      <dgm:spPr/>
    </dgm:pt>
    <dgm:pt modelId="{3F5F043F-29A3-488F-A64C-3FE54FEA67A3}" type="pres">
      <dgm:prSet presAssocID="{2651A4BE-509E-4C64-B86A-F8F16916CB31}" presName="vert2" presStyleCnt="0"/>
      <dgm:spPr/>
    </dgm:pt>
    <dgm:pt modelId="{D8D1351B-CF54-4DA2-AE17-60D972A10A58}" type="pres">
      <dgm:prSet presAssocID="{2651A4BE-509E-4C64-B86A-F8F16916CB31}" presName="thinLine2b" presStyleLbl="callout" presStyleIdx="3" presStyleCnt="10"/>
      <dgm:spPr/>
    </dgm:pt>
    <dgm:pt modelId="{8E3D5F9E-B0BD-4033-A4B9-975EEB3C6117}" type="pres">
      <dgm:prSet presAssocID="{2651A4BE-509E-4C64-B86A-F8F16916CB31}" presName="vertSpace2b" presStyleCnt="0"/>
      <dgm:spPr/>
    </dgm:pt>
    <dgm:pt modelId="{99E161E9-B2ED-454E-9CD3-1ABD9AE0F804}" type="pres">
      <dgm:prSet presAssocID="{9311358B-AED2-4274-85EA-EB928E19F24C}" presName="thickLine" presStyleLbl="alignNode1" presStyleIdx="2" presStyleCnt="6"/>
      <dgm:spPr/>
    </dgm:pt>
    <dgm:pt modelId="{498093CE-1664-4E0C-9381-98B71B1F830E}" type="pres">
      <dgm:prSet presAssocID="{9311358B-AED2-4274-85EA-EB928E19F24C}" presName="horz1" presStyleCnt="0"/>
      <dgm:spPr/>
    </dgm:pt>
    <dgm:pt modelId="{FC938433-5F22-4373-BEE3-5B2A8F2E68A6}" type="pres">
      <dgm:prSet presAssocID="{9311358B-AED2-4274-85EA-EB928E19F24C}" presName="tx1" presStyleLbl="revTx" presStyleIdx="6" presStyleCnt="16"/>
      <dgm:spPr/>
    </dgm:pt>
    <dgm:pt modelId="{4CAB4C86-6108-4E36-B7B9-A8F507A76A75}" type="pres">
      <dgm:prSet presAssocID="{9311358B-AED2-4274-85EA-EB928E19F24C}" presName="vert1" presStyleCnt="0"/>
      <dgm:spPr/>
    </dgm:pt>
    <dgm:pt modelId="{AC8AE964-6857-49B7-8882-EC37713F6BB0}" type="pres">
      <dgm:prSet presAssocID="{3A4221DE-A760-4FFB-AA7B-E8103E9E4672}" presName="vertSpace2a" presStyleCnt="0"/>
      <dgm:spPr/>
    </dgm:pt>
    <dgm:pt modelId="{F21F6902-4C0E-43FE-85C0-B9CD8E26FEAE}" type="pres">
      <dgm:prSet presAssocID="{3A4221DE-A760-4FFB-AA7B-E8103E9E4672}" presName="horz2" presStyleCnt="0"/>
      <dgm:spPr/>
    </dgm:pt>
    <dgm:pt modelId="{01DDA5EB-E878-4DA2-A060-A9EFEEF2C27A}" type="pres">
      <dgm:prSet presAssocID="{3A4221DE-A760-4FFB-AA7B-E8103E9E4672}" presName="horzSpace2" presStyleCnt="0"/>
      <dgm:spPr/>
    </dgm:pt>
    <dgm:pt modelId="{E6C4449F-CF90-4A11-B8A6-6995D6CA9305}" type="pres">
      <dgm:prSet presAssocID="{3A4221DE-A760-4FFB-AA7B-E8103E9E4672}" presName="tx2" presStyleLbl="revTx" presStyleIdx="7" presStyleCnt="16"/>
      <dgm:spPr/>
    </dgm:pt>
    <dgm:pt modelId="{86734B0A-70C9-4373-81DF-82ED9916F83E}" type="pres">
      <dgm:prSet presAssocID="{3A4221DE-A760-4FFB-AA7B-E8103E9E4672}" presName="vert2" presStyleCnt="0"/>
      <dgm:spPr/>
    </dgm:pt>
    <dgm:pt modelId="{EF6C0C64-9367-4E5C-9CE0-07ABD9D1F38C}" type="pres">
      <dgm:prSet presAssocID="{3A4221DE-A760-4FFB-AA7B-E8103E9E4672}" presName="thinLine2b" presStyleLbl="callout" presStyleIdx="4" presStyleCnt="10"/>
      <dgm:spPr/>
    </dgm:pt>
    <dgm:pt modelId="{7F326F28-B8DB-4E9F-88CF-5D069EA57F25}" type="pres">
      <dgm:prSet presAssocID="{3A4221DE-A760-4FFB-AA7B-E8103E9E4672}" presName="vertSpace2b" presStyleCnt="0"/>
      <dgm:spPr/>
    </dgm:pt>
    <dgm:pt modelId="{76F31030-25C3-4C01-8205-29BDE3B890DE}" type="pres">
      <dgm:prSet presAssocID="{3F9C28DB-5328-49FF-BDEA-B7572E1D279D}" presName="horz2" presStyleCnt="0"/>
      <dgm:spPr/>
    </dgm:pt>
    <dgm:pt modelId="{DF947EBE-1949-47D9-9DA9-74CFBF3CAFB7}" type="pres">
      <dgm:prSet presAssocID="{3F9C28DB-5328-49FF-BDEA-B7572E1D279D}" presName="horzSpace2" presStyleCnt="0"/>
      <dgm:spPr/>
    </dgm:pt>
    <dgm:pt modelId="{8724218C-1AB3-4818-84CC-F8A88003CD55}" type="pres">
      <dgm:prSet presAssocID="{3F9C28DB-5328-49FF-BDEA-B7572E1D279D}" presName="tx2" presStyleLbl="revTx" presStyleIdx="8" presStyleCnt="16"/>
      <dgm:spPr/>
    </dgm:pt>
    <dgm:pt modelId="{C25E37D8-CF26-43F6-B4BB-58B3798175D4}" type="pres">
      <dgm:prSet presAssocID="{3F9C28DB-5328-49FF-BDEA-B7572E1D279D}" presName="vert2" presStyleCnt="0"/>
      <dgm:spPr/>
    </dgm:pt>
    <dgm:pt modelId="{83AC14A7-848E-45B7-89DF-2B0B16022F7D}" type="pres">
      <dgm:prSet presAssocID="{3F9C28DB-5328-49FF-BDEA-B7572E1D279D}" presName="thinLine2b" presStyleLbl="callout" presStyleIdx="5" presStyleCnt="10"/>
      <dgm:spPr/>
    </dgm:pt>
    <dgm:pt modelId="{FFC563CB-34C7-4234-97E4-457A2949CF98}" type="pres">
      <dgm:prSet presAssocID="{3F9C28DB-5328-49FF-BDEA-B7572E1D279D}" presName="vertSpace2b" presStyleCnt="0"/>
      <dgm:spPr/>
    </dgm:pt>
    <dgm:pt modelId="{24B19F92-79CE-472D-8CC5-A7FA21AA6EB4}" type="pres">
      <dgm:prSet presAssocID="{DA980EB2-6BEE-4223-9A7C-5E87C4C34E32}" presName="thickLine" presStyleLbl="alignNode1" presStyleIdx="3" presStyleCnt="6"/>
      <dgm:spPr/>
    </dgm:pt>
    <dgm:pt modelId="{C9CADB05-D32C-40AB-B811-9B7D804F4EBB}" type="pres">
      <dgm:prSet presAssocID="{DA980EB2-6BEE-4223-9A7C-5E87C4C34E32}" presName="horz1" presStyleCnt="0"/>
      <dgm:spPr/>
    </dgm:pt>
    <dgm:pt modelId="{D6087382-746B-47AB-8334-53699D8A680B}" type="pres">
      <dgm:prSet presAssocID="{DA980EB2-6BEE-4223-9A7C-5E87C4C34E32}" presName="tx1" presStyleLbl="revTx" presStyleIdx="9" presStyleCnt="16"/>
      <dgm:spPr/>
    </dgm:pt>
    <dgm:pt modelId="{BEF92FAF-E6D8-4946-86B8-1C325CE31CCB}" type="pres">
      <dgm:prSet presAssocID="{DA980EB2-6BEE-4223-9A7C-5E87C4C34E32}" presName="vert1" presStyleCnt="0"/>
      <dgm:spPr/>
    </dgm:pt>
    <dgm:pt modelId="{000A1148-0ADD-4BA5-B5E3-A42C709F5644}" type="pres">
      <dgm:prSet presAssocID="{4DBE283C-6128-4167-9FF2-FBFE5285D0D9}" presName="vertSpace2a" presStyleCnt="0"/>
      <dgm:spPr/>
    </dgm:pt>
    <dgm:pt modelId="{3F2377E8-0BB9-4402-9F39-319E2014EAFF}" type="pres">
      <dgm:prSet presAssocID="{4DBE283C-6128-4167-9FF2-FBFE5285D0D9}" presName="horz2" presStyleCnt="0"/>
      <dgm:spPr/>
    </dgm:pt>
    <dgm:pt modelId="{A0F19E73-5131-4D6D-A6DD-6A5683067413}" type="pres">
      <dgm:prSet presAssocID="{4DBE283C-6128-4167-9FF2-FBFE5285D0D9}" presName="horzSpace2" presStyleCnt="0"/>
      <dgm:spPr/>
    </dgm:pt>
    <dgm:pt modelId="{8EED4A1B-7FF5-4870-B078-38B069C82AB3}" type="pres">
      <dgm:prSet presAssocID="{4DBE283C-6128-4167-9FF2-FBFE5285D0D9}" presName="tx2" presStyleLbl="revTx" presStyleIdx="10" presStyleCnt="16"/>
      <dgm:spPr/>
    </dgm:pt>
    <dgm:pt modelId="{C0EC31A0-11F5-4749-B665-C47AE614CFC0}" type="pres">
      <dgm:prSet presAssocID="{4DBE283C-6128-4167-9FF2-FBFE5285D0D9}" presName="vert2" presStyleCnt="0"/>
      <dgm:spPr/>
    </dgm:pt>
    <dgm:pt modelId="{B218680D-BD05-4AB4-87DE-B6E5B161FD58}" type="pres">
      <dgm:prSet presAssocID="{4DBE283C-6128-4167-9FF2-FBFE5285D0D9}" presName="thinLine2b" presStyleLbl="callout" presStyleIdx="6" presStyleCnt="10"/>
      <dgm:spPr/>
    </dgm:pt>
    <dgm:pt modelId="{45B9C6B9-A544-45F1-AB2E-FF6A852DF3E3}" type="pres">
      <dgm:prSet presAssocID="{4DBE283C-6128-4167-9FF2-FBFE5285D0D9}" presName="vertSpace2b" presStyleCnt="0"/>
      <dgm:spPr/>
    </dgm:pt>
    <dgm:pt modelId="{FA076209-27D6-4CD1-B57E-0D86B8DB8F2F}" type="pres">
      <dgm:prSet presAssocID="{42DF7255-6FE2-4E24-90EA-542F9332B6AA}" presName="thickLine" presStyleLbl="alignNode1" presStyleIdx="4" presStyleCnt="6"/>
      <dgm:spPr/>
    </dgm:pt>
    <dgm:pt modelId="{9752B787-23F5-4A26-A914-79440356070C}" type="pres">
      <dgm:prSet presAssocID="{42DF7255-6FE2-4E24-90EA-542F9332B6AA}" presName="horz1" presStyleCnt="0"/>
      <dgm:spPr/>
    </dgm:pt>
    <dgm:pt modelId="{8D1B16E0-49A9-4395-ACDB-17E44A831290}" type="pres">
      <dgm:prSet presAssocID="{42DF7255-6FE2-4E24-90EA-542F9332B6AA}" presName="tx1" presStyleLbl="revTx" presStyleIdx="11" presStyleCnt="16"/>
      <dgm:spPr/>
    </dgm:pt>
    <dgm:pt modelId="{9558AA9A-FD21-4CEB-ABF2-6DAB48D00431}" type="pres">
      <dgm:prSet presAssocID="{42DF7255-6FE2-4E24-90EA-542F9332B6AA}" presName="vert1" presStyleCnt="0"/>
      <dgm:spPr/>
    </dgm:pt>
    <dgm:pt modelId="{F3D36FC5-90EE-4652-BEF8-0A780856C857}" type="pres">
      <dgm:prSet presAssocID="{2FE40ABA-D7C0-45AD-B86B-ACE3A28AA29A}" presName="vertSpace2a" presStyleCnt="0"/>
      <dgm:spPr/>
    </dgm:pt>
    <dgm:pt modelId="{3FD36507-3EBE-4C9E-8DE0-AB066CAF7A22}" type="pres">
      <dgm:prSet presAssocID="{2FE40ABA-D7C0-45AD-B86B-ACE3A28AA29A}" presName="horz2" presStyleCnt="0"/>
      <dgm:spPr/>
    </dgm:pt>
    <dgm:pt modelId="{730FEB4E-1878-4705-9533-EB71AF457106}" type="pres">
      <dgm:prSet presAssocID="{2FE40ABA-D7C0-45AD-B86B-ACE3A28AA29A}" presName="horzSpace2" presStyleCnt="0"/>
      <dgm:spPr/>
    </dgm:pt>
    <dgm:pt modelId="{28C7D421-5C18-4106-8DE7-A5D48925766E}" type="pres">
      <dgm:prSet presAssocID="{2FE40ABA-D7C0-45AD-B86B-ACE3A28AA29A}" presName="tx2" presStyleLbl="revTx" presStyleIdx="12" presStyleCnt="16"/>
      <dgm:spPr/>
    </dgm:pt>
    <dgm:pt modelId="{15334757-A0E3-49B6-960B-F25BDF3BE67A}" type="pres">
      <dgm:prSet presAssocID="{2FE40ABA-D7C0-45AD-B86B-ACE3A28AA29A}" presName="vert2" presStyleCnt="0"/>
      <dgm:spPr/>
    </dgm:pt>
    <dgm:pt modelId="{24A0CDA1-0F86-4944-A524-3C9A72456999}" type="pres">
      <dgm:prSet presAssocID="{2FE40ABA-D7C0-45AD-B86B-ACE3A28AA29A}" presName="thinLine2b" presStyleLbl="callout" presStyleIdx="7" presStyleCnt="10"/>
      <dgm:spPr/>
    </dgm:pt>
    <dgm:pt modelId="{14695712-6C78-463D-AC17-2575BDD6951D}" type="pres">
      <dgm:prSet presAssocID="{2FE40ABA-D7C0-45AD-B86B-ACE3A28AA29A}" presName="vertSpace2b" presStyleCnt="0"/>
      <dgm:spPr/>
    </dgm:pt>
    <dgm:pt modelId="{A4BA5CA8-2870-4788-AB97-44040588C134}" type="pres">
      <dgm:prSet presAssocID="{028495D4-3648-4542-A7C1-06B4F7A45B75}" presName="horz2" presStyleCnt="0"/>
      <dgm:spPr/>
    </dgm:pt>
    <dgm:pt modelId="{38289569-0ED4-4EBF-8A5A-FF11B7092A29}" type="pres">
      <dgm:prSet presAssocID="{028495D4-3648-4542-A7C1-06B4F7A45B75}" presName="horzSpace2" presStyleCnt="0"/>
      <dgm:spPr/>
    </dgm:pt>
    <dgm:pt modelId="{EB914C77-749D-470A-B59E-AAA867C60492}" type="pres">
      <dgm:prSet presAssocID="{028495D4-3648-4542-A7C1-06B4F7A45B75}" presName="tx2" presStyleLbl="revTx" presStyleIdx="13" presStyleCnt="16"/>
      <dgm:spPr/>
    </dgm:pt>
    <dgm:pt modelId="{362670C6-BA11-45A5-88B3-48F99F6DFF21}" type="pres">
      <dgm:prSet presAssocID="{028495D4-3648-4542-A7C1-06B4F7A45B75}" presName="vert2" presStyleCnt="0"/>
      <dgm:spPr/>
    </dgm:pt>
    <dgm:pt modelId="{9299B5B1-47AB-4325-9593-69F1428BF6EB}" type="pres">
      <dgm:prSet presAssocID="{028495D4-3648-4542-A7C1-06B4F7A45B75}" presName="thinLine2b" presStyleLbl="callout" presStyleIdx="8" presStyleCnt="10"/>
      <dgm:spPr/>
    </dgm:pt>
    <dgm:pt modelId="{39ED3BAE-E983-48DF-85B5-D9F73A4F2632}" type="pres">
      <dgm:prSet presAssocID="{028495D4-3648-4542-A7C1-06B4F7A45B75}" presName="vertSpace2b" presStyleCnt="0"/>
      <dgm:spPr/>
    </dgm:pt>
    <dgm:pt modelId="{E4E7A2C0-B1F4-449E-94F0-BD56AF0E3498}" type="pres">
      <dgm:prSet presAssocID="{52EA6D31-877F-47AC-92E2-B4F855256943}" presName="thickLine" presStyleLbl="alignNode1" presStyleIdx="5" presStyleCnt="6"/>
      <dgm:spPr/>
    </dgm:pt>
    <dgm:pt modelId="{9B6628DF-5CB8-4EB2-9670-EA66BA053D8E}" type="pres">
      <dgm:prSet presAssocID="{52EA6D31-877F-47AC-92E2-B4F855256943}" presName="horz1" presStyleCnt="0"/>
      <dgm:spPr/>
    </dgm:pt>
    <dgm:pt modelId="{D1AD17F0-63DF-41BA-B973-BE2B7FC7B8B6}" type="pres">
      <dgm:prSet presAssocID="{52EA6D31-877F-47AC-92E2-B4F855256943}" presName="tx1" presStyleLbl="revTx" presStyleIdx="14" presStyleCnt="16"/>
      <dgm:spPr/>
    </dgm:pt>
    <dgm:pt modelId="{A450F856-69BF-4386-8DB3-0BE2B2679D28}" type="pres">
      <dgm:prSet presAssocID="{52EA6D31-877F-47AC-92E2-B4F855256943}" presName="vert1" presStyleCnt="0"/>
      <dgm:spPr/>
    </dgm:pt>
    <dgm:pt modelId="{D75D6817-032D-4E4B-8121-D8A885B0245D}" type="pres">
      <dgm:prSet presAssocID="{4E52B985-1924-4FEC-AE1F-5BA99FE27B6C}" presName="vertSpace2a" presStyleCnt="0"/>
      <dgm:spPr/>
    </dgm:pt>
    <dgm:pt modelId="{EA101B37-066C-4EFE-95FB-B9F7B6E282DB}" type="pres">
      <dgm:prSet presAssocID="{4E52B985-1924-4FEC-AE1F-5BA99FE27B6C}" presName="horz2" presStyleCnt="0"/>
      <dgm:spPr/>
    </dgm:pt>
    <dgm:pt modelId="{252806F0-065E-4AA5-98E5-F5F20F79074E}" type="pres">
      <dgm:prSet presAssocID="{4E52B985-1924-4FEC-AE1F-5BA99FE27B6C}" presName="horzSpace2" presStyleCnt="0"/>
      <dgm:spPr/>
    </dgm:pt>
    <dgm:pt modelId="{363F0B3D-E693-4882-82F5-C8FF9346CEFD}" type="pres">
      <dgm:prSet presAssocID="{4E52B985-1924-4FEC-AE1F-5BA99FE27B6C}" presName="tx2" presStyleLbl="revTx" presStyleIdx="15" presStyleCnt="16"/>
      <dgm:spPr/>
    </dgm:pt>
    <dgm:pt modelId="{8037BDD0-B8C7-4ACF-95D7-9DCF5771E0EF}" type="pres">
      <dgm:prSet presAssocID="{4E52B985-1924-4FEC-AE1F-5BA99FE27B6C}" presName="vert2" presStyleCnt="0"/>
      <dgm:spPr/>
    </dgm:pt>
    <dgm:pt modelId="{F942418C-19DB-4040-B619-E41921B5E4D2}" type="pres">
      <dgm:prSet presAssocID="{4E52B985-1924-4FEC-AE1F-5BA99FE27B6C}" presName="thinLine2b" presStyleLbl="callout" presStyleIdx="9" presStyleCnt="10"/>
      <dgm:spPr/>
    </dgm:pt>
    <dgm:pt modelId="{270EAED8-CDE0-4F52-811D-98B11881658A}" type="pres">
      <dgm:prSet presAssocID="{4E52B985-1924-4FEC-AE1F-5BA99FE27B6C}" presName="vertSpace2b" presStyleCnt="0"/>
      <dgm:spPr/>
    </dgm:pt>
  </dgm:ptLst>
  <dgm:cxnLst>
    <dgm:cxn modelId="{1D2F680C-1E33-4E94-8AF3-4C91AC597D21}" type="presOf" srcId="{42DF7255-6FE2-4E24-90EA-542F9332B6AA}" destId="{8D1B16E0-49A9-4395-ACDB-17E44A831290}" srcOrd="0" destOrd="0" presId="urn:microsoft.com/office/officeart/2008/layout/LinedList"/>
    <dgm:cxn modelId="{838D381E-F08A-4057-85CA-89685E1B2F3E}" type="presOf" srcId="{3A4221DE-A760-4FFB-AA7B-E8103E9E4672}" destId="{E6C4449F-CF90-4A11-B8A6-6995D6CA9305}" srcOrd="0" destOrd="0" presId="urn:microsoft.com/office/officeart/2008/layout/LinedList"/>
    <dgm:cxn modelId="{53FD042E-F2AA-47CB-8ACC-AA8D784F9509}" srcId="{52EA6D31-877F-47AC-92E2-B4F855256943}" destId="{4E52B985-1924-4FEC-AE1F-5BA99FE27B6C}" srcOrd="0" destOrd="0" parTransId="{A901B096-FEB4-4AC7-B331-939980D55538}" sibTransId="{D1492286-A4D0-4480-8B22-011CC269A0AF}"/>
    <dgm:cxn modelId="{685C5F3B-E4A4-4EDA-B18F-DCFDEB70CEC6}" srcId="{42DF7255-6FE2-4E24-90EA-542F9332B6AA}" destId="{2FE40ABA-D7C0-45AD-B86B-ACE3A28AA29A}" srcOrd="0" destOrd="0" parTransId="{8EAE5824-D4F4-4936-90E3-D40559661FD3}" sibTransId="{BF5F2358-7778-4BB8-A88A-78A1F8749252}"/>
    <dgm:cxn modelId="{9AFB925C-BE5B-49D9-869B-C329B1054C73}" type="presOf" srcId="{4DBE283C-6128-4167-9FF2-FBFE5285D0D9}" destId="{8EED4A1B-7FF5-4870-B078-38B069C82AB3}" srcOrd="0" destOrd="0" presId="urn:microsoft.com/office/officeart/2008/layout/LinedList"/>
    <dgm:cxn modelId="{EF733142-4B30-4624-8209-0444C44DFE7F}" srcId="{2A0932C0-67F8-47FA-9996-3E81CDE65AF1}" destId="{DA980EB2-6BEE-4223-9A7C-5E87C4C34E32}" srcOrd="3" destOrd="0" parTransId="{61B5F261-C282-4303-A6B3-C0B93E22052E}" sibTransId="{77BA3E66-8B9B-46EE-9455-8E2A7E958438}"/>
    <dgm:cxn modelId="{18783762-B821-48F7-B20C-9ADF1236C3E2}" type="presOf" srcId="{2651A4BE-509E-4C64-B86A-F8F16916CB31}" destId="{9582C4EA-E9AB-4BD5-AD9F-219F6ABEDF52}" srcOrd="0" destOrd="0" presId="urn:microsoft.com/office/officeart/2008/layout/LinedList"/>
    <dgm:cxn modelId="{3445AB63-4301-443B-9968-F0F87E68D454}" type="presOf" srcId="{38560881-AFE3-4C2B-A2C5-B013A0D87D04}" destId="{5B7FF8E4-4184-482B-80CC-41BDCF40B79B}" srcOrd="0" destOrd="0" presId="urn:microsoft.com/office/officeart/2008/layout/LinedList"/>
    <dgm:cxn modelId="{7BEAB744-90F6-4B85-BCCA-244F71CE1EF3}" type="presOf" srcId="{470F405C-FD77-4444-AC09-AA5E055837F1}" destId="{3ACDF4DB-F1D5-4F25-AB1C-61DE4171B340}" srcOrd="0" destOrd="0" presId="urn:microsoft.com/office/officeart/2008/layout/LinedList"/>
    <dgm:cxn modelId="{C263F74A-ABD7-43EF-B53B-B7B5113CFA4F}" srcId="{9311358B-AED2-4274-85EA-EB928E19F24C}" destId="{3F9C28DB-5328-49FF-BDEA-B7572E1D279D}" srcOrd="1" destOrd="0" parTransId="{91543D24-3F55-4139-9905-C9F4BF03DE3F}" sibTransId="{045FC6C5-4C15-4659-B4B1-4B4A7EC433B1}"/>
    <dgm:cxn modelId="{F3728373-29A2-484F-B4D3-457448104F4D}" srcId="{797FC53E-3DF5-4191-96E9-474CA9DDF0D3}" destId="{F539B201-EEA1-4ECE-9F6A-050532317B59}" srcOrd="0" destOrd="0" parTransId="{48D564EA-9FA9-4883-A634-3D963251873D}" sibTransId="{416FD38A-1D41-4785-B369-D09618EA7848}"/>
    <dgm:cxn modelId="{DAD5FC77-10DC-489E-AA78-15C99E57A328}" srcId="{797FC53E-3DF5-4191-96E9-474CA9DDF0D3}" destId="{97713F2D-679A-4617-8AE1-7BC82148D997}" srcOrd="1" destOrd="0" parTransId="{EDF7AF01-7563-40CA-8573-C4F98293D199}" sibTransId="{971F2313-F84E-40D1-B4F2-BE76346DF4FB}"/>
    <dgm:cxn modelId="{08757178-AED1-40F8-8ECC-FCE43DD05F67}" type="presOf" srcId="{3F9C28DB-5328-49FF-BDEA-B7572E1D279D}" destId="{8724218C-1AB3-4818-84CC-F8A88003CD55}" srcOrd="0" destOrd="0" presId="urn:microsoft.com/office/officeart/2008/layout/LinedList"/>
    <dgm:cxn modelId="{C0D0CA7B-2FAA-43BB-883E-075B3DCBAF26}" type="presOf" srcId="{797FC53E-3DF5-4191-96E9-474CA9DDF0D3}" destId="{B6654CA2-A22D-416B-8AF2-E4A1A964CDA4}" srcOrd="0" destOrd="0" presId="urn:microsoft.com/office/officeart/2008/layout/LinedList"/>
    <dgm:cxn modelId="{758EAC7C-465C-4CFE-8BF0-6326517D7518}" srcId="{2A0932C0-67F8-47FA-9996-3E81CDE65AF1}" destId="{38560881-AFE3-4C2B-A2C5-B013A0D87D04}" srcOrd="1" destOrd="0" parTransId="{7AB76082-F933-44E4-B4FA-96A5710EED51}" sibTransId="{3E1F9A02-8C33-489D-9699-3DCFDD965ABC}"/>
    <dgm:cxn modelId="{87AB547D-6517-4875-9667-E95E82E65CEF}" srcId="{38560881-AFE3-4C2B-A2C5-B013A0D87D04}" destId="{470F405C-FD77-4444-AC09-AA5E055837F1}" srcOrd="0" destOrd="0" parTransId="{8A7A8D8D-EF91-4FC5-99FF-E5F902634C8A}" sibTransId="{35C80FB4-4172-4144-9904-0C8462575359}"/>
    <dgm:cxn modelId="{66626E82-1DC2-423B-BB2C-3A0197D54111}" type="presOf" srcId="{52EA6D31-877F-47AC-92E2-B4F855256943}" destId="{D1AD17F0-63DF-41BA-B973-BE2B7FC7B8B6}" srcOrd="0" destOrd="0" presId="urn:microsoft.com/office/officeart/2008/layout/LinedList"/>
    <dgm:cxn modelId="{73A7C485-9A59-4D01-B237-2D7BA83FBD9F}" srcId="{2A0932C0-67F8-47FA-9996-3E81CDE65AF1}" destId="{797FC53E-3DF5-4191-96E9-474CA9DDF0D3}" srcOrd="0" destOrd="0" parTransId="{D16A4EB0-E7CB-4C9E-B30B-26CCA411F24F}" sibTransId="{C0E1AFF8-4A43-4B7D-9E5E-627552B3DD06}"/>
    <dgm:cxn modelId="{6E182889-95F8-4193-909D-D24627301CC2}" type="presOf" srcId="{9311358B-AED2-4274-85EA-EB928E19F24C}" destId="{FC938433-5F22-4373-BEE3-5B2A8F2E68A6}" srcOrd="0" destOrd="0" presId="urn:microsoft.com/office/officeart/2008/layout/LinedList"/>
    <dgm:cxn modelId="{13EF6E93-F143-48DD-8A77-BAC1AC5A355D}" type="presOf" srcId="{F539B201-EEA1-4ECE-9F6A-050532317B59}" destId="{5F80F71F-1482-43B2-A0A0-DC21583BB15E}" srcOrd="0" destOrd="0" presId="urn:microsoft.com/office/officeart/2008/layout/LinedList"/>
    <dgm:cxn modelId="{6269A798-C95F-4CF8-BF1F-B5ABB8E6AD67}" srcId="{2A0932C0-67F8-47FA-9996-3E81CDE65AF1}" destId="{52EA6D31-877F-47AC-92E2-B4F855256943}" srcOrd="5" destOrd="0" parTransId="{A73EDC0B-5835-4DE2-9B65-3C14F89A6E2E}" sibTransId="{86F2320A-09F3-46EB-A342-CF19AE29C2AD}"/>
    <dgm:cxn modelId="{1540079F-E839-49A8-AF28-14518EE6F121}" type="presOf" srcId="{4E52B985-1924-4FEC-AE1F-5BA99FE27B6C}" destId="{363F0B3D-E693-4882-82F5-C8FF9346CEFD}" srcOrd="0" destOrd="0" presId="urn:microsoft.com/office/officeart/2008/layout/LinedList"/>
    <dgm:cxn modelId="{898D22B4-3C99-4143-AAC4-BDD9DFD4FD6A}" srcId="{2A0932C0-67F8-47FA-9996-3E81CDE65AF1}" destId="{42DF7255-6FE2-4E24-90EA-542F9332B6AA}" srcOrd="4" destOrd="0" parTransId="{5708200E-2DB4-4CBD-9DE1-0980B56EF86F}" sibTransId="{9263F85E-8AA2-45CE-B505-9B23913E51BB}"/>
    <dgm:cxn modelId="{5E45D8B4-3C66-4CBC-9DF1-0B6A540AACC1}" type="presOf" srcId="{2FE40ABA-D7C0-45AD-B86B-ACE3A28AA29A}" destId="{28C7D421-5C18-4106-8DE7-A5D48925766E}" srcOrd="0" destOrd="0" presId="urn:microsoft.com/office/officeart/2008/layout/LinedList"/>
    <dgm:cxn modelId="{9D6D55CD-1006-4185-96A8-2D960330F993}" srcId="{42DF7255-6FE2-4E24-90EA-542F9332B6AA}" destId="{028495D4-3648-4542-A7C1-06B4F7A45B75}" srcOrd="1" destOrd="0" parTransId="{23B94DDC-ACE0-4927-905B-735CF723566C}" sibTransId="{AF46E943-849D-4C2B-AEFD-F22AEF8D4025}"/>
    <dgm:cxn modelId="{30FF57D5-B157-4AA1-8DC6-19FCE7AA6661}" type="presOf" srcId="{DA980EB2-6BEE-4223-9A7C-5E87C4C34E32}" destId="{D6087382-746B-47AB-8334-53699D8A680B}" srcOrd="0" destOrd="0" presId="urn:microsoft.com/office/officeart/2008/layout/LinedList"/>
    <dgm:cxn modelId="{95F86ADA-4C5E-4A85-9DA0-089049E94721}" srcId="{38560881-AFE3-4C2B-A2C5-B013A0D87D04}" destId="{2651A4BE-509E-4C64-B86A-F8F16916CB31}" srcOrd="1" destOrd="0" parTransId="{25D78648-F99F-45D6-B2F4-2FF9E1ACAD26}" sibTransId="{62E90E45-564C-48DC-8B2D-F3197AC4537D}"/>
    <dgm:cxn modelId="{F7D1AFE3-F0FE-4606-8ED2-692DA5FDB415}" type="presOf" srcId="{2A0932C0-67F8-47FA-9996-3E81CDE65AF1}" destId="{1335B1F2-33DD-4577-92C6-9F3D77FE7A61}" srcOrd="0" destOrd="0" presId="urn:microsoft.com/office/officeart/2008/layout/LinedList"/>
    <dgm:cxn modelId="{AB98A1E7-5B40-4A53-9C47-6CCDDCDE7293}" type="presOf" srcId="{028495D4-3648-4542-A7C1-06B4F7A45B75}" destId="{EB914C77-749D-470A-B59E-AAA867C60492}" srcOrd="0" destOrd="0" presId="urn:microsoft.com/office/officeart/2008/layout/LinedList"/>
    <dgm:cxn modelId="{51358DEA-A1FA-4F6E-9F05-6728BE3558FA}" srcId="{DA980EB2-6BEE-4223-9A7C-5E87C4C34E32}" destId="{4DBE283C-6128-4167-9FF2-FBFE5285D0D9}" srcOrd="0" destOrd="0" parTransId="{BC59874A-EF71-4F90-B0B2-BAF6335B2A33}" sibTransId="{A42860DF-D57D-49D7-88BE-7CB1E346B9FC}"/>
    <dgm:cxn modelId="{AFDA9EEB-E3A3-4762-92FD-529F73605461}" type="presOf" srcId="{97713F2D-679A-4617-8AE1-7BC82148D997}" destId="{4356CD42-05D8-48E0-A3C0-241A25ABB846}" srcOrd="0" destOrd="0" presId="urn:microsoft.com/office/officeart/2008/layout/LinedList"/>
    <dgm:cxn modelId="{FFF80EF0-A4F6-47E6-8FDC-4AFD963C9387}" srcId="{9311358B-AED2-4274-85EA-EB928E19F24C}" destId="{3A4221DE-A760-4FFB-AA7B-E8103E9E4672}" srcOrd="0" destOrd="0" parTransId="{DFA7B9C8-4C17-44CD-B7CC-5F895439530F}" sibTransId="{EB30F31E-5B52-4553-AAD6-538003E41532}"/>
    <dgm:cxn modelId="{1EEBF2FB-92BF-4B43-B051-CC50B8AB09F9}" srcId="{2A0932C0-67F8-47FA-9996-3E81CDE65AF1}" destId="{9311358B-AED2-4274-85EA-EB928E19F24C}" srcOrd="2" destOrd="0" parTransId="{5F19122F-3FE4-49A2-ABEE-838C279E2C4A}" sibTransId="{4037DA89-EF01-49CA-BFDF-C46BEAE1B7B8}"/>
    <dgm:cxn modelId="{A92DA631-319B-44BA-85B8-CD95BA1E84B2}" type="presParOf" srcId="{1335B1F2-33DD-4577-92C6-9F3D77FE7A61}" destId="{C50FFEFE-F499-4AAA-9D8B-100CAC3A53BE}" srcOrd="0" destOrd="0" presId="urn:microsoft.com/office/officeart/2008/layout/LinedList"/>
    <dgm:cxn modelId="{6DC2F4B8-B6D0-4915-AC70-6F8B4B520F35}" type="presParOf" srcId="{1335B1F2-33DD-4577-92C6-9F3D77FE7A61}" destId="{E9D344AB-9153-43A5-8587-591C754E4C7F}" srcOrd="1" destOrd="0" presId="urn:microsoft.com/office/officeart/2008/layout/LinedList"/>
    <dgm:cxn modelId="{0DE304A4-3CFF-45E0-89F1-F7F58D1A91FC}" type="presParOf" srcId="{E9D344AB-9153-43A5-8587-591C754E4C7F}" destId="{B6654CA2-A22D-416B-8AF2-E4A1A964CDA4}" srcOrd="0" destOrd="0" presId="urn:microsoft.com/office/officeart/2008/layout/LinedList"/>
    <dgm:cxn modelId="{A493A2C6-C3CF-4632-8857-691ABDC06457}" type="presParOf" srcId="{E9D344AB-9153-43A5-8587-591C754E4C7F}" destId="{C2549C5A-4AA0-4EA6-BA1C-F2C9B2AA9CDD}" srcOrd="1" destOrd="0" presId="urn:microsoft.com/office/officeart/2008/layout/LinedList"/>
    <dgm:cxn modelId="{B578B870-D82E-4D96-800F-6A3BF7ACBC6E}" type="presParOf" srcId="{C2549C5A-4AA0-4EA6-BA1C-F2C9B2AA9CDD}" destId="{EA0F7E04-9F85-4A59-91CE-02DABAC0FE06}" srcOrd="0" destOrd="0" presId="urn:microsoft.com/office/officeart/2008/layout/LinedList"/>
    <dgm:cxn modelId="{B73B2963-7C8B-49D7-98FA-0B35D97EC8C5}" type="presParOf" srcId="{C2549C5A-4AA0-4EA6-BA1C-F2C9B2AA9CDD}" destId="{1905E4CB-8375-4069-9B37-B2F12C1954C7}" srcOrd="1" destOrd="0" presId="urn:microsoft.com/office/officeart/2008/layout/LinedList"/>
    <dgm:cxn modelId="{98F439C0-3AD2-4EA1-A9DA-82FC061594A5}" type="presParOf" srcId="{1905E4CB-8375-4069-9B37-B2F12C1954C7}" destId="{FAFCC580-D4A2-487A-9FED-9F135A8F69C0}" srcOrd="0" destOrd="0" presId="urn:microsoft.com/office/officeart/2008/layout/LinedList"/>
    <dgm:cxn modelId="{CF3AAB2C-2B84-4C2F-ACD2-C67515E7B6BC}" type="presParOf" srcId="{1905E4CB-8375-4069-9B37-B2F12C1954C7}" destId="{5F80F71F-1482-43B2-A0A0-DC21583BB15E}" srcOrd="1" destOrd="0" presId="urn:microsoft.com/office/officeart/2008/layout/LinedList"/>
    <dgm:cxn modelId="{47EEA30C-E436-46D7-8A41-E55A92FCA813}" type="presParOf" srcId="{1905E4CB-8375-4069-9B37-B2F12C1954C7}" destId="{F3594AC0-3B41-41E1-A3FB-D169E803338C}" srcOrd="2" destOrd="0" presId="urn:microsoft.com/office/officeart/2008/layout/LinedList"/>
    <dgm:cxn modelId="{4CA1AA20-80F7-4F94-AC61-1A001FAD8CA0}" type="presParOf" srcId="{C2549C5A-4AA0-4EA6-BA1C-F2C9B2AA9CDD}" destId="{DF6C04C4-56B8-4A19-89A3-C6C4E03DF8EA}" srcOrd="2" destOrd="0" presId="urn:microsoft.com/office/officeart/2008/layout/LinedList"/>
    <dgm:cxn modelId="{55E8277D-32F5-4692-8211-A8BA4369070C}" type="presParOf" srcId="{C2549C5A-4AA0-4EA6-BA1C-F2C9B2AA9CDD}" destId="{B1B77E06-C6C0-4889-A289-C4DC7737DF9D}" srcOrd="3" destOrd="0" presId="urn:microsoft.com/office/officeart/2008/layout/LinedList"/>
    <dgm:cxn modelId="{DBC8DE1A-CB75-4B99-BFE1-1D53CDE1B85C}" type="presParOf" srcId="{C2549C5A-4AA0-4EA6-BA1C-F2C9B2AA9CDD}" destId="{C366E8CB-B615-4E19-97DE-71F3F13CE7BD}" srcOrd="4" destOrd="0" presId="urn:microsoft.com/office/officeart/2008/layout/LinedList"/>
    <dgm:cxn modelId="{AC9C98C6-AC93-414D-9C66-45C7570F61EA}" type="presParOf" srcId="{C366E8CB-B615-4E19-97DE-71F3F13CE7BD}" destId="{98C8F455-9E75-46BF-A7AE-C46C8CEB7C62}" srcOrd="0" destOrd="0" presId="urn:microsoft.com/office/officeart/2008/layout/LinedList"/>
    <dgm:cxn modelId="{C5243ECE-66FE-48F6-B626-0C79C285C911}" type="presParOf" srcId="{C366E8CB-B615-4E19-97DE-71F3F13CE7BD}" destId="{4356CD42-05D8-48E0-A3C0-241A25ABB846}" srcOrd="1" destOrd="0" presId="urn:microsoft.com/office/officeart/2008/layout/LinedList"/>
    <dgm:cxn modelId="{CC8D7572-DD7F-478F-931A-9026139AE6B2}" type="presParOf" srcId="{C366E8CB-B615-4E19-97DE-71F3F13CE7BD}" destId="{821BD010-5E88-4233-9405-90BDCFB469C2}" srcOrd="2" destOrd="0" presId="urn:microsoft.com/office/officeart/2008/layout/LinedList"/>
    <dgm:cxn modelId="{D44709AE-7364-4AD0-91EC-5A7CA7614CB5}" type="presParOf" srcId="{C2549C5A-4AA0-4EA6-BA1C-F2C9B2AA9CDD}" destId="{03CD4FC6-AA58-4B04-ADFB-ED5F5FA45D7B}" srcOrd="5" destOrd="0" presId="urn:microsoft.com/office/officeart/2008/layout/LinedList"/>
    <dgm:cxn modelId="{033AA947-7255-4FE7-9DC9-5BDEDBD07BED}" type="presParOf" srcId="{C2549C5A-4AA0-4EA6-BA1C-F2C9B2AA9CDD}" destId="{8D7515EE-B3A4-4CC0-87D1-E628A63DEE79}" srcOrd="6" destOrd="0" presId="urn:microsoft.com/office/officeart/2008/layout/LinedList"/>
    <dgm:cxn modelId="{8E2DB477-188A-4F96-BF53-DF7B34315A35}" type="presParOf" srcId="{1335B1F2-33DD-4577-92C6-9F3D77FE7A61}" destId="{8DB63B93-6E92-416C-BE4F-A1C5E79E655C}" srcOrd="2" destOrd="0" presId="urn:microsoft.com/office/officeart/2008/layout/LinedList"/>
    <dgm:cxn modelId="{BAE183A3-B7BA-4F0D-99B8-C449E4B743DA}" type="presParOf" srcId="{1335B1F2-33DD-4577-92C6-9F3D77FE7A61}" destId="{826001C6-B664-4A64-A8BF-946B49A61A01}" srcOrd="3" destOrd="0" presId="urn:microsoft.com/office/officeart/2008/layout/LinedList"/>
    <dgm:cxn modelId="{52BF1B83-5704-499D-BB3C-A1740EED16D8}" type="presParOf" srcId="{826001C6-B664-4A64-A8BF-946B49A61A01}" destId="{5B7FF8E4-4184-482B-80CC-41BDCF40B79B}" srcOrd="0" destOrd="0" presId="urn:microsoft.com/office/officeart/2008/layout/LinedList"/>
    <dgm:cxn modelId="{EB355ABA-06D6-4EDA-874E-F02E92F116F6}" type="presParOf" srcId="{826001C6-B664-4A64-A8BF-946B49A61A01}" destId="{1DE35AE1-2713-4CE0-ADEB-06F7560B9891}" srcOrd="1" destOrd="0" presId="urn:microsoft.com/office/officeart/2008/layout/LinedList"/>
    <dgm:cxn modelId="{9E88253A-E701-4000-B9C3-47DEE71EA113}" type="presParOf" srcId="{1DE35AE1-2713-4CE0-ADEB-06F7560B9891}" destId="{2151436B-3A7E-40DB-B726-2C3ECCBED63B}" srcOrd="0" destOrd="0" presId="urn:microsoft.com/office/officeart/2008/layout/LinedList"/>
    <dgm:cxn modelId="{3F003CF7-E2DF-4D94-A4E7-6FD8EC04330D}" type="presParOf" srcId="{1DE35AE1-2713-4CE0-ADEB-06F7560B9891}" destId="{1209D9F9-1DCD-4AC4-89B1-62E513CE3E18}" srcOrd="1" destOrd="0" presId="urn:microsoft.com/office/officeart/2008/layout/LinedList"/>
    <dgm:cxn modelId="{5C28F696-0FB6-4B2E-A60C-35EEA43769E3}" type="presParOf" srcId="{1209D9F9-1DCD-4AC4-89B1-62E513CE3E18}" destId="{78CE11F3-B9D8-40FF-A992-370C1DECABBB}" srcOrd="0" destOrd="0" presId="urn:microsoft.com/office/officeart/2008/layout/LinedList"/>
    <dgm:cxn modelId="{D8A96161-6E62-4437-9125-00987793B4F8}" type="presParOf" srcId="{1209D9F9-1DCD-4AC4-89B1-62E513CE3E18}" destId="{3ACDF4DB-F1D5-4F25-AB1C-61DE4171B340}" srcOrd="1" destOrd="0" presId="urn:microsoft.com/office/officeart/2008/layout/LinedList"/>
    <dgm:cxn modelId="{D12D444E-8C78-4DCC-843A-B7FA8BA30270}" type="presParOf" srcId="{1209D9F9-1DCD-4AC4-89B1-62E513CE3E18}" destId="{10ACADE7-3479-4B57-B9ED-C7A8AA655331}" srcOrd="2" destOrd="0" presId="urn:microsoft.com/office/officeart/2008/layout/LinedList"/>
    <dgm:cxn modelId="{EA16F0BF-9AFC-4972-B041-1A8378ABCBE7}" type="presParOf" srcId="{1DE35AE1-2713-4CE0-ADEB-06F7560B9891}" destId="{1E36A88A-811C-499E-9CEA-389837FC13D7}" srcOrd="2" destOrd="0" presId="urn:microsoft.com/office/officeart/2008/layout/LinedList"/>
    <dgm:cxn modelId="{F4AB4EF7-44F9-4CBC-83C1-BAFC1FB66CCE}" type="presParOf" srcId="{1DE35AE1-2713-4CE0-ADEB-06F7560B9891}" destId="{05C89966-8963-4832-8C45-0F77EC2BE955}" srcOrd="3" destOrd="0" presId="urn:microsoft.com/office/officeart/2008/layout/LinedList"/>
    <dgm:cxn modelId="{58E3DE71-57FA-415A-B6DC-25C0082EE7D0}" type="presParOf" srcId="{1DE35AE1-2713-4CE0-ADEB-06F7560B9891}" destId="{4B9BC62E-EDBB-4167-92E1-59B99AAED034}" srcOrd="4" destOrd="0" presId="urn:microsoft.com/office/officeart/2008/layout/LinedList"/>
    <dgm:cxn modelId="{63849D8F-A2A9-4D17-B526-E753B7F44061}" type="presParOf" srcId="{4B9BC62E-EDBB-4167-92E1-59B99AAED034}" destId="{6DAFF90E-20EB-43F1-9E6D-5D8BE146680E}" srcOrd="0" destOrd="0" presId="urn:microsoft.com/office/officeart/2008/layout/LinedList"/>
    <dgm:cxn modelId="{EDAD99A0-7FAF-4127-8E86-3693E8ABA8C8}" type="presParOf" srcId="{4B9BC62E-EDBB-4167-92E1-59B99AAED034}" destId="{9582C4EA-E9AB-4BD5-AD9F-219F6ABEDF52}" srcOrd="1" destOrd="0" presId="urn:microsoft.com/office/officeart/2008/layout/LinedList"/>
    <dgm:cxn modelId="{2757B3A2-A645-44CD-9812-19DF5E53D228}" type="presParOf" srcId="{4B9BC62E-EDBB-4167-92E1-59B99AAED034}" destId="{3F5F043F-29A3-488F-A64C-3FE54FEA67A3}" srcOrd="2" destOrd="0" presId="urn:microsoft.com/office/officeart/2008/layout/LinedList"/>
    <dgm:cxn modelId="{55D45582-E1B4-45F2-8CB3-4ACA8BA2F03D}" type="presParOf" srcId="{1DE35AE1-2713-4CE0-ADEB-06F7560B9891}" destId="{D8D1351B-CF54-4DA2-AE17-60D972A10A58}" srcOrd="5" destOrd="0" presId="urn:microsoft.com/office/officeart/2008/layout/LinedList"/>
    <dgm:cxn modelId="{2219D413-01A2-4E4C-BE08-4B1B6493350D}" type="presParOf" srcId="{1DE35AE1-2713-4CE0-ADEB-06F7560B9891}" destId="{8E3D5F9E-B0BD-4033-A4B9-975EEB3C6117}" srcOrd="6" destOrd="0" presId="urn:microsoft.com/office/officeart/2008/layout/LinedList"/>
    <dgm:cxn modelId="{731C7727-3753-40D9-86BE-57B663D27CC1}" type="presParOf" srcId="{1335B1F2-33DD-4577-92C6-9F3D77FE7A61}" destId="{99E161E9-B2ED-454E-9CD3-1ABD9AE0F804}" srcOrd="4" destOrd="0" presId="urn:microsoft.com/office/officeart/2008/layout/LinedList"/>
    <dgm:cxn modelId="{ED0545C9-F884-44B3-9D30-E9D1795FC4BA}" type="presParOf" srcId="{1335B1F2-33DD-4577-92C6-9F3D77FE7A61}" destId="{498093CE-1664-4E0C-9381-98B71B1F830E}" srcOrd="5" destOrd="0" presId="urn:microsoft.com/office/officeart/2008/layout/LinedList"/>
    <dgm:cxn modelId="{EC9C5826-5FBC-4336-8103-30819010D9AA}" type="presParOf" srcId="{498093CE-1664-4E0C-9381-98B71B1F830E}" destId="{FC938433-5F22-4373-BEE3-5B2A8F2E68A6}" srcOrd="0" destOrd="0" presId="urn:microsoft.com/office/officeart/2008/layout/LinedList"/>
    <dgm:cxn modelId="{0C6DEF31-671B-4771-99FB-711F7445C14D}" type="presParOf" srcId="{498093CE-1664-4E0C-9381-98B71B1F830E}" destId="{4CAB4C86-6108-4E36-B7B9-A8F507A76A75}" srcOrd="1" destOrd="0" presId="urn:microsoft.com/office/officeart/2008/layout/LinedList"/>
    <dgm:cxn modelId="{5D00FD30-1EAF-4E30-9946-B7EFA9FD65E1}" type="presParOf" srcId="{4CAB4C86-6108-4E36-B7B9-A8F507A76A75}" destId="{AC8AE964-6857-49B7-8882-EC37713F6BB0}" srcOrd="0" destOrd="0" presId="urn:microsoft.com/office/officeart/2008/layout/LinedList"/>
    <dgm:cxn modelId="{D254DF8A-8842-4FF5-917D-E6A70196035A}" type="presParOf" srcId="{4CAB4C86-6108-4E36-B7B9-A8F507A76A75}" destId="{F21F6902-4C0E-43FE-85C0-B9CD8E26FEAE}" srcOrd="1" destOrd="0" presId="urn:microsoft.com/office/officeart/2008/layout/LinedList"/>
    <dgm:cxn modelId="{B260A44B-DEE7-466D-91D9-E43FEEC52C51}" type="presParOf" srcId="{F21F6902-4C0E-43FE-85C0-B9CD8E26FEAE}" destId="{01DDA5EB-E878-4DA2-A060-A9EFEEF2C27A}" srcOrd="0" destOrd="0" presId="urn:microsoft.com/office/officeart/2008/layout/LinedList"/>
    <dgm:cxn modelId="{1B28F114-3B7B-4397-84D8-18CA2CA3D374}" type="presParOf" srcId="{F21F6902-4C0E-43FE-85C0-B9CD8E26FEAE}" destId="{E6C4449F-CF90-4A11-B8A6-6995D6CA9305}" srcOrd="1" destOrd="0" presId="urn:microsoft.com/office/officeart/2008/layout/LinedList"/>
    <dgm:cxn modelId="{9F6EBD47-71D9-4226-9E66-56CDA3712AC6}" type="presParOf" srcId="{F21F6902-4C0E-43FE-85C0-B9CD8E26FEAE}" destId="{86734B0A-70C9-4373-81DF-82ED9916F83E}" srcOrd="2" destOrd="0" presId="urn:microsoft.com/office/officeart/2008/layout/LinedList"/>
    <dgm:cxn modelId="{2C51E5C7-5624-4113-8D3D-36AD924C8447}" type="presParOf" srcId="{4CAB4C86-6108-4E36-B7B9-A8F507A76A75}" destId="{EF6C0C64-9367-4E5C-9CE0-07ABD9D1F38C}" srcOrd="2" destOrd="0" presId="urn:microsoft.com/office/officeart/2008/layout/LinedList"/>
    <dgm:cxn modelId="{01388B27-4A6E-4102-9A77-7DD3EB58607D}" type="presParOf" srcId="{4CAB4C86-6108-4E36-B7B9-A8F507A76A75}" destId="{7F326F28-B8DB-4E9F-88CF-5D069EA57F25}" srcOrd="3" destOrd="0" presId="urn:microsoft.com/office/officeart/2008/layout/LinedList"/>
    <dgm:cxn modelId="{BDD0E2B9-5092-49CC-8988-0D12F622D9C2}" type="presParOf" srcId="{4CAB4C86-6108-4E36-B7B9-A8F507A76A75}" destId="{76F31030-25C3-4C01-8205-29BDE3B890DE}" srcOrd="4" destOrd="0" presId="urn:microsoft.com/office/officeart/2008/layout/LinedList"/>
    <dgm:cxn modelId="{893625DA-A435-4143-821A-88BDFBB5F3B8}" type="presParOf" srcId="{76F31030-25C3-4C01-8205-29BDE3B890DE}" destId="{DF947EBE-1949-47D9-9DA9-74CFBF3CAFB7}" srcOrd="0" destOrd="0" presId="urn:microsoft.com/office/officeart/2008/layout/LinedList"/>
    <dgm:cxn modelId="{90BD7CD3-A94D-4D5B-AAC6-B733C895B221}" type="presParOf" srcId="{76F31030-25C3-4C01-8205-29BDE3B890DE}" destId="{8724218C-1AB3-4818-84CC-F8A88003CD55}" srcOrd="1" destOrd="0" presId="urn:microsoft.com/office/officeart/2008/layout/LinedList"/>
    <dgm:cxn modelId="{0D73062A-F5CD-4B8A-8A0E-76C40B88B0A6}" type="presParOf" srcId="{76F31030-25C3-4C01-8205-29BDE3B890DE}" destId="{C25E37D8-CF26-43F6-B4BB-58B3798175D4}" srcOrd="2" destOrd="0" presId="urn:microsoft.com/office/officeart/2008/layout/LinedList"/>
    <dgm:cxn modelId="{E7147A89-6C8B-43D5-BF44-7FEBC37821AA}" type="presParOf" srcId="{4CAB4C86-6108-4E36-B7B9-A8F507A76A75}" destId="{83AC14A7-848E-45B7-89DF-2B0B16022F7D}" srcOrd="5" destOrd="0" presId="urn:microsoft.com/office/officeart/2008/layout/LinedList"/>
    <dgm:cxn modelId="{0A0741BF-85FB-4DB3-B5D8-D40CAA6F0B57}" type="presParOf" srcId="{4CAB4C86-6108-4E36-B7B9-A8F507A76A75}" destId="{FFC563CB-34C7-4234-97E4-457A2949CF98}" srcOrd="6" destOrd="0" presId="urn:microsoft.com/office/officeart/2008/layout/LinedList"/>
    <dgm:cxn modelId="{9C40D5D6-6F00-4C16-BE64-FA0FAE4FCD2E}" type="presParOf" srcId="{1335B1F2-33DD-4577-92C6-9F3D77FE7A61}" destId="{24B19F92-79CE-472D-8CC5-A7FA21AA6EB4}" srcOrd="6" destOrd="0" presId="urn:microsoft.com/office/officeart/2008/layout/LinedList"/>
    <dgm:cxn modelId="{CE530F70-3A4D-4935-A545-C1CA9BF5F853}" type="presParOf" srcId="{1335B1F2-33DD-4577-92C6-9F3D77FE7A61}" destId="{C9CADB05-D32C-40AB-B811-9B7D804F4EBB}" srcOrd="7" destOrd="0" presId="urn:microsoft.com/office/officeart/2008/layout/LinedList"/>
    <dgm:cxn modelId="{0C573654-2E7B-4E88-9CE4-047000C75500}" type="presParOf" srcId="{C9CADB05-D32C-40AB-B811-9B7D804F4EBB}" destId="{D6087382-746B-47AB-8334-53699D8A680B}" srcOrd="0" destOrd="0" presId="urn:microsoft.com/office/officeart/2008/layout/LinedList"/>
    <dgm:cxn modelId="{40807F5C-47C1-4FFA-A7B3-ED40872447DB}" type="presParOf" srcId="{C9CADB05-D32C-40AB-B811-9B7D804F4EBB}" destId="{BEF92FAF-E6D8-4946-86B8-1C325CE31CCB}" srcOrd="1" destOrd="0" presId="urn:microsoft.com/office/officeart/2008/layout/LinedList"/>
    <dgm:cxn modelId="{90BCD61E-15E1-4330-AE66-A44C2EBA2513}" type="presParOf" srcId="{BEF92FAF-E6D8-4946-86B8-1C325CE31CCB}" destId="{000A1148-0ADD-4BA5-B5E3-A42C709F5644}" srcOrd="0" destOrd="0" presId="urn:microsoft.com/office/officeart/2008/layout/LinedList"/>
    <dgm:cxn modelId="{EA032E53-2D40-4094-9F3F-B52CAFE62F40}" type="presParOf" srcId="{BEF92FAF-E6D8-4946-86B8-1C325CE31CCB}" destId="{3F2377E8-0BB9-4402-9F39-319E2014EAFF}" srcOrd="1" destOrd="0" presId="urn:microsoft.com/office/officeart/2008/layout/LinedList"/>
    <dgm:cxn modelId="{B26CB97E-7426-4922-B980-585F185C1B0F}" type="presParOf" srcId="{3F2377E8-0BB9-4402-9F39-319E2014EAFF}" destId="{A0F19E73-5131-4D6D-A6DD-6A5683067413}" srcOrd="0" destOrd="0" presId="urn:microsoft.com/office/officeart/2008/layout/LinedList"/>
    <dgm:cxn modelId="{AA4298DB-F7E9-4A49-B98C-B616B514028F}" type="presParOf" srcId="{3F2377E8-0BB9-4402-9F39-319E2014EAFF}" destId="{8EED4A1B-7FF5-4870-B078-38B069C82AB3}" srcOrd="1" destOrd="0" presId="urn:microsoft.com/office/officeart/2008/layout/LinedList"/>
    <dgm:cxn modelId="{76920B2A-7ADC-4657-8C98-7D02F6DD2D49}" type="presParOf" srcId="{3F2377E8-0BB9-4402-9F39-319E2014EAFF}" destId="{C0EC31A0-11F5-4749-B665-C47AE614CFC0}" srcOrd="2" destOrd="0" presId="urn:microsoft.com/office/officeart/2008/layout/LinedList"/>
    <dgm:cxn modelId="{829E155A-CA2F-405C-91FA-D02631297113}" type="presParOf" srcId="{BEF92FAF-E6D8-4946-86B8-1C325CE31CCB}" destId="{B218680D-BD05-4AB4-87DE-B6E5B161FD58}" srcOrd="2" destOrd="0" presId="urn:microsoft.com/office/officeart/2008/layout/LinedList"/>
    <dgm:cxn modelId="{27403C45-EC5E-4B5C-AD57-C632B04B0EBD}" type="presParOf" srcId="{BEF92FAF-E6D8-4946-86B8-1C325CE31CCB}" destId="{45B9C6B9-A544-45F1-AB2E-FF6A852DF3E3}" srcOrd="3" destOrd="0" presId="urn:microsoft.com/office/officeart/2008/layout/LinedList"/>
    <dgm:cxn modelId="{6CE5591D-9AFA-4536-A06D-89CD61B4C67D}" type="presParOf" srcId="{1335B1F2-33DD-4577-92C6-9F3D77FE7A61}" destId="{FA076209-27D6-4CD1-B57E-0D86B8DB8F2F}" srcOrd="8" destOrd="0" presId="urn:microsoft.com/office/officeart/2008/layout/LinedList"/>
    <dgm:cxn modelId="{7546BCFD-5200-4886-BD3B-1D47077B7BB8}" type="presParOf" srcId="{1335B1F2-33DD-4577-92C6-9F3D77FE7A61}" destId="{9752B787-23F5-4A26-A914-79440356070C}" srcOrd="9" destOrd="0" presId="urn:microsoft.com/office/officeart/2008/layout/LinedList"/>
    <dgm:cxn modelId="{27A2AC69-75EA-486A-8E8B-BA076B3CAFAE}" type="presParOf" srcId="{9752B787-23F5-4A26-A914-79440356070C}" destId="{8D1B16E0-49A9-4395-ACDB-17E44A831290}" srcOrd="0" destOrd="0" presId="urn:microsoft.com/office/officeart/2008/layout/LinedList"/>
    <dgm:cxn modelId="{2CD3D23A-4B3A-44CF-B998-325005373313}" type="presParOf" srcId="{9752B787-23F5-4A26-A914-79440356070C}" destId="{9558AA9A-FD21-4CEB-ABF2-6DAB48D00431}" srcOrd="1" destOrd="0" presId="urn:microsoft.com/office/officeart/2008/layout/LinedList"/>
    <dgm:cxn modelId="{03F13F04-3A6C-487C-9594-8B1779189E36}" type="presParOf" srcId="{9558AA9A-FD21-4CEB-ABF2-6DAB48D00431}" destId="{F3D36FC5-90EE-4652-BEF8-0A780856C857}" srcOrd="0" destOrd="0" presId="urn:microsoft.com/office/officeart/2008/layout/LinedList"/>
    <dgm:cxn modelId="{F89A8951-2EED-4853-924B-EDAA3E3916CB}" type="presParOf" srcId="{9558AA9A-FD21-4CEB-ABF2-6DAB48D00431}" destId="{3FD36507-3EBE-4C9E-8DE0-AB066CAF7A22}" srcOrd="1" destOrd="0" presId="urn:microsoft.com/office/officeart/2008/layout/LinedList"/>
    <dgm:cxn modelId="{4F3F2152-5510-44E5-9B1A-F92CEB860AA9}" type="presParOf" srcId="{3FD36507-3EBE-4C9E-8DE0-AB066CAF7A22}" destId="{730FEB4E-1878-4705-9533-EB71AF457106}" srcOrd="0" destOrd="0" presId="urn:microsoft.com/office/officeart/2008/layout/LinedList"/>
    <dgm:cxn modelId="{0A4DB13A-C5F9-422D-A0C7-26F79E67B05A}" type="presParOf" srcId="{3FD36507-3EBE-4C9E-8DE0-AB066CAF7A22}" destId="{28C7D421-5C18-4106-8DE7-A5D48925766E}" srcOrd="1" destOrd="0" presId="urn:microsoft.com/office/officeart/2008/layout/LinedList"/>
    <dgm:cxn modelId="{9F0B4325-2457-4E76-BA1E-04F6A636D91A}" type="presParOf" srcId="{3FD36507-3EBE-4C9E-8DE0-AB066CAF7A22}" destId="{15334757-A0E3-49B6-960B-F25BDF3BE67A}" srcOrd="2" destOrd="0" presId="urn:microsoft.com/office/officeart/2008/layout/LinedList"/>
    <dgm:cxn modelId="{A22674D7-F53C-4484-BE75-9297BAF8631B}" type="presParOf" srcId="{9558AA9A-FD21-4CEB-ABF2-6DAB48D00431}" destId="{24A0CDA1-0F86-4944-A524-3C9A72456999}" srcOrd="2" destOrd="0" presId="urn:microsoft.com/office/officeart/2008/layout/LinedList"/>
    <dgm:cxn modelId="{A4F9430C-D1E7-4355-ACAE-0ABC8740E2B8}" type="presParOf" srcId="{9558AA9A-FD21-4CEB-ABF2-6DAB48D00431}" destId="{14695712-6C78-463D-AC17-2575BDD6951D}" srcOrd="3" destOrd="0" presId="urn:microsoft.com/office/officeart/2008/layout/LinedList"/>
    <dgm:cxn modelId="{CC49E81A-1330-4219-8D87-91933CCE20D2}" type="presParOf" srcId="{9558AA9A-FD21-4CEB-ABF2-6DAB48D00431}" destId="{A4BA5CA8-2870-4788-AB97-44040588C134}" srcOrd="4" destOrd="0" presId="urn:microsoft.com/office/officeart/2008/layout/LinedList"/>
    <dgm:cxn modelId="{03A6AC60-AB45-4436-94AE-047D804B4E0A}" type="presParOf" srcId="{A4BA5CA8-2870-4788-AB97-44040588C134}" destId="{38289569-0ED4-4EBF-8A5A-FF11B7092A29}" srcOrd="0" destOrd="0" presId="urn:microsoft.com/office/officeart/2008/layout/LinedList"/>
    <dgm:cxn modelId="{4A5384C5-338A-4445-A3FE-A004E3596FC4}" type="presParOf" srcId="{A4BA5CA8-2870-4788-AB97-44040588C134}" destId="{EB914C77-749D-470A-B59E-AAA867C60492}" srcOrd="1" destOrd="0" presId="urn:microsoft.com/office/officeart/2008/layout/LinedList"/>
    <dgm:cxn modelId="{D2007F36-A0C8-4CF5-9B43-5A8FA15840B4}" type="presParOf" srcId="{A4BA5CA8-2870-4788-AB97-44040588C134}" destId="{362670C6-BA11-45A5-88B3-48F99F6DFF21}" srcOrd="2" destOrd="0" presId="urn:microsoft.com/office/officeart/2008/layout/LinedList"/>
    <dgm:cxn modelId="{D02A4092-3BD9-483F-9433-122C895DF681}" type="presParOf" srcId="{9558AA9A-FD21-4CEB-ABF2-6DAB48D00431}" destId="{9299B5B1-47AB-4325-9593-69F1428BF6EB}" srcOrd="5" destOrd="0" presId="urn:microsoft.com/office/officeart/2008/layout/LinedList"/>
    <dgm:cxn modelId="{5A68EE53-71ED-4D5E-AC0C-E36A26A7B8EB}" type="presParOf" srcId="{9558AA9A-FD21-4CEB-ABF2-6DAB48D00431}" destId="{39ED3BAE-E983-48DF-85B5-D9F73A4F2632}" srcOrd="6" destOrd="0" presId="urn:microsoft.com/office/officeart/2008/layout/LinedList"/>
    <dgm:cxn modelId="{8E7A0C5B-201C-44A1-881B-2BB5D007F191}" type="presParOf" srcId="{1335B1F2-33DD-4577-92C6-9F3D77FE7A61}" destId="{E4E7A2C0-B1F4-449E-94F0-BD56AF0E3498}" srcOrd="10" destOrd="0" presId="urn:microsoft.com/office/officeart/2008/layout/LinedList"/>
    <dgm:cxn modelId="{C0160B51-6DC9-4681-A100-91780AAC3488}" type="presParOf" srcId="{1335B1F2-33DD-4577-92C6-9F3D77FE7A61}" destId="{9B6628DF-5CB8-4EB2-9670-EA66BA053D8E}" srcOrd="11" destOrd="0" presId="urn:microsoft.com/office/officeart/2008/layout/LinedList"/>
    <dgm:cxn modelId="{E7EC5E72-1310-4853-8FF9-1C8389DC1DC9}" type="presParOf" srcId="{9B6628DF-5CB8-4EB2-9670-EA66BA053D8E}" destId="{D1AD17F0-63DF-41BA-B973-BE2B7FC7B8B6}" srcOrd="0" destOrd="0" presId="urn:microsoft.com/office/officeart/2008/layout/LinedList"/>
    <dgm:cxn modelId="{45B04FC0-C277-4F77-8347-0D8FFD4C355B}" type="presParOf" srcId="{9B6628DF-5CB8-4EB2-9670-EA66BA053D8E}" destId="{A450F856-69BF-4386-8DB3-0BE2B2679D28}" srcOrd="1" destOrd="0" presId="urn:microsoft.com/office/officeart/2008/layout/LinedList"/>
    <dgm:cxn modelId="{6383320E-F38B-4410-9BE3-13710F24E46B}" type="presParOf" srcId="{A450F856-69BF-4386-8DB3-0BE2B2679D28}" destId="{D75D6817-032D-4E4B-8121-D8A885B0245D}" srcOrd="0" destOrd="0" presId="urn:microsoft.com/office/officeart/2008/layout/LinedList"/>
    <dgm:cxn modelId="{13BEF043-6D22-4AA8-9988-AADBD3006B61}" type="presParOf" srcId="{A450F856-69BF-4386-8DB3-0BE2B2679D28}" destId="{EA101B37-066C-4EFE-95FB-B9F7B6E282DB}" srcOrd="1" destOrd="0" presId="urn:microsoft.com/office/officeart/2008/layout/LinedList"/>
    <dgm:cxn modelId="{8A8D3C84-36A2-41A3-8E63-DF87968C7B54}" type="presParOf" srcId="{EA101B37-066C-4EFE-95FB-B9F7B6E282DB}" destId="{252806F0-065E-4AA5-98E5-F5F20F79074E}" srcOrd="0" destOrd="0" presId="urn:microsoft.com/office/officeart/2008/layout/LinedList"/>
    <dgm:cxn modelId="{90844920-1CC4-437E-8EAE-474D5564744A}" type="presParOf" srcId="{EA101B37-066C-4EFE-95FB-B9F7B6E282DB}" destId="{363F0B3D-E693-4882-82F5-C8FF9346CEFD}" srcOrd="1" destOrd="0" presId="urn:microsoft.com/office/officeart/2008/layout/LinedList"/>
    <dgm:cxn modelId="{8CEA7AA8-1378-4439-9414-CCE00A74E9A8}" type="presParOf" srcId="{EA101B37-066C-4EFE-95FB-B9F7B6E282DB}" destId="{8037BDD0-B8C7-4ACF-95D7-9DCF5771E0EF}" srcOrd="2" destOrd="0" presId="urn:microsoft.com/office/officeart/2008/layout/LinedList"/>
    <dgm:cxn modelId="{F3A21D01-732D-4677-961F-DFFA44171E7A}" type="presParOf" srcId="{A450F856-69BF-4386-8DB3-0BE2B2679D28}" destId="{F942418C-19DB-4040-B619-E41921B5E4D2}" srcOrd="2" destOrd="0" presId="urn:microsoft.com/office/officeart/2008/layout/LinedList"/>
    <dgm:cxn modelId="{51EDB408-B3E3-4008-8DA1-3C84DCE16F0F}" type="presParOf" srcId="{A450F856-69BF-4386-8DB3-0BE2B2679D28}" destId="{270EAED8-CDE0-4F52-811D-98B11881658A}" srcOrd="3"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A99326E-3FB1-4577-9BDA-6AD520324830}" type="doc">
      <dgm:prSet loTypeId="urn:microsoft.com/office/officeart/2008/layout/LinedList" loCatId="list" qsTypeId="urn:microsoft.com/office/officeart/2005/8/quickstyle/simple4" qsCatId="simple" csTypeId="urn:microsoft.com/office/officeart/2005/8/colors/colorful2" csCatId="colorful"/>
      <dgm:spPr/>
      <dgm:t>
        <a:bodyPr/>
        <a:lstStyle/>
        <a:p>
          <a:endParaRPr lang="en-US"/>
        </a:p>
      </dgm:t>
    </dgm:pt>
    <dgm:pt modelId="{A00CA7AD-E96D-4EF2-AEF0-9EDC061824A8}">
      <dgm:prSet/>
      <dgm:spPr/>
      <dgm:t>
        <a:bodyPr/>
        <a:lstStyle/>
        <a:p>
          <a:r>
            <a:rPr lang="en-US" b="0" i="0" dirty="0"/>
            <a:t>Focus on the most resource-intensive parts of your code (using profiling).</a:t>
          </a:r>
          <a:endParaRPr lang="en-US" dirty="0"/>
        </a:p>
      </dgm:t>
    </dgm:pt>
    <dgm:pt modelId="{0C37B420-2635-4FE5-99F0-E5A593E31E3B}" type="parTrans" cxnId="{9FC62524-7892-4533-A4C9-A8AF6FCAE0BD}">
      <dgm:prSet/>
      <dgm:spPr/>
      <dgm:t>
        <a:bodyPr/>
        <a:lstStyle/>
        <a:p>
          <a:endParaRPr lang="en-US"/>
        </a:p>
      </dgm:t>
    </dgm:pt>
    <dgm:pt modelId="{AAEB1BC3-C215-483F-BD78-37033702666D}" type="sibTrans" cxnId="{9FC62524-7892-4533-A4C9-A8AF6FCAE0BD}">
      <dgm:prSet/>
      <dgm:spPr/>
      <dgm:t>
        <a:bodyPr/>
        <a:lstStyle/>
        <a:p>
          <a:endParaRPr lang="en-US"/>
        </a:p>
      </dgm:t>
    </dgm:pt>
    <dgm:pt modelId="{B9213729-0D71-4BD5-8990-937A174CDEF9}">
      <dgm:prSet/>
      <dgm:spPr/>
      <dgm:t>
        <a:bodyPr/>
        <a:lstStyle/>
        <a:p>
          <a:r>
            <a:rPr lang="en-US" b="0" i="0"/>
            <a:t>Always maintain code readability alongside performance—optimized code shouldn't be cryptic.</a:t>
          </a:r>
          <a:endParaRPr lang="en-US"/>
        </a:p>
      </dgm:t>
    </dgm:pt>
    <dgm:pt modelId="{A451DFD1-B42E-41B9-A012-4C592255458C}" type="parTrans" cxnId="{72DD59D8-E1C2-403C-A3C0-1189BF3CDE78}">
      <dgm:prSet/>
      <dgm:spPr/>
      <dgm:t>
        <a:bodyPr/>
        <a:lstStyle/>
        <a:p>
          <a:endParaRPr lang="en-US"/>
        </a:p>
      </dgm:t>
    </dgm:pt>
    <dgm:pt modelId="{449CFEBC-4240-4B31-82F9-19D2528AD2E3}" type="sibTrans" cxnId="{72DD59D8-E1C2-403C-A3C0-1189BF3CDE78}">
      <dgm:prSet/>
      <dgm:spPr/>
      <dgm:t>
        <a:bodyPr/>
        <a:lstStyle/>
        <a:p>
          <a:endParaRPr lang="en-US"/>
        </a:p>
      </dgm:t>
    </dgm:pt>
    <dgm:pt modelId="{5B86CA38-8B3D-447D-8977-FF209ABC163C}">
      <dgm:prSet/>
      <dgm:spPr/>
      <dgm:t>
        <a:bodyPr/>
        <a:lstStyle/>
        <a:p>
          <a:r>
            <a:rPr lang="en-US" b="0" i="0"/>
            <a:t>Use AI tools not just for the optimization itself but also for ongoing code quality monitoring and suggestions.</a:t>
          </a:r>
          <a:endParaRPr lang="en-US"/>
        </a:p>
      </dgm:t>
    </dgm:pt>
    <dgm:pt modelId="{072669AF-0465-4BF7-8351-79A881808376}" type="parTrans" cxnId="{35C08607-F262-4301-9BC7-0744CEEF8ABE}">
      <dgm:prSet/>
      <dgm:spPr/>
      <dgm:t>
        <a:bodyPr/>
        <a:lstStyle/>
        <a:p>
          <a:endParaRPr lang="en-US"/>
        </a:p>
      </dgm:t>
    </dgm:pt>
    <dgm:pt modelId="{5A5C590C-8EDB-4FE0-B530-AF81283D9F0C}" type="sibTrans" cxnId="{35C08607-F262-4301-9BC7-0744CEEF8ABE}">
      <dgm:prSet/>
      <dgm:spPr/>
      <dgm:t>
        <a:bodyPr/>
        <a:lstStyle/>
        <a:p>
          <a:endParaRPr lang="en-US"/>
        </a:p>
      </dgm:t>
    </dgm:pt>
    <dgm:pt modelId="{238AE35F-93EB-44D1-B0C1-BB3F9131CBFB}">
      <dgm:prSet/>
      <dgm:spPr/>
      <dgm:t>
        <a:bodyPr/>
        <a:lstStyle/>
        <a:p>
          <a:r>
            <a:rPr lang="en-US" b="0" i="0"/>
            <a:t>Document your changes, explaining the reasoning behind optimizations for future reference.</a:t>
          </a:r>
          <a:endParaRPr lang="en-US"/>
        </a:p>
      </dgm:t>
    </dgm:pt>
    <dgm:pt modelId="{546F1E10-50E8-432A-B562-AA6FAF34EC52}" type="parTrans" cxnId="{5C7CBD2A-1C10-44F1-9FC1-09C94A81C367}">
      <dgm:prSet/>
      <dgm:spPr/>
      <dgm:t>
        <a:bodyPr/>
        <a:lstStyle/>
        <a:p>
          <a:endParaRPr lang="en-US"/>
        </a:p>
      </dgm:t>
    </dgm:pt>
    <dgm:pt modelId="{97ED4370-1AAC-472D-9E80-F49966C3F0D3}" type="sibTrans" cxnId="{5C7CBD2A-1C10-44F1-9FC1-09C94A81C367}">
      <dgm:prSet/>
      <dgm:spPr/>
      <dgm:t>
        <a:bodyPr/>
        <a:lstStyle/>
        <a:p>
          <a:endParaRPr lang="en-US"/>
        </a:p>
      </dgm:t>
    </dgm:pt>
    <dgm:pt modelId="{6E12EFA6-D9B3-439A-8982-F26004E5E119}">
      <dgm:prSet/>
      <dgm:spPr/>
      <dgm:t>
        <a:bodyPr/>
        <a:lstStyle/>
        <a:p>
          <a:r>
            <a:rPr lang="en-US" b="1" i="0"/>
            <a:t>Conclusion</a:t>
          </a:r>
          <a:endParaRPr lang="en-US"/>
        </a:p>
      </dgm:t>
    </dgm:pt>
    <dgm:pt modelId="{E7ABCD54-8C56-4BD4-9D62-6D24633FE4F6}" type="parTrans" cxnId="{1FBCB3B3-C02C-44C0-856A-621E74900ABE}">
      <dgm:prSet/>
      <dgm:spPr/>
      <dgm:t>
        <a:bodyPr/>
        <a:lstStyle/>
        <a:p>
          <a:endParaRPr lang="en-US"/>
        </a:p>
      </dgm:t>
    </dgm:pt>
    <dgm:pt modelId="{41797759-4C1C-44DA-BC09-29311A763908}" type="sibTrans" cxnId="{1FBCB3B3-C02C-44C0-856A-621E74900ABE}">
      <dgm:prSet/>
      <dgm:spPr/>
      <dgm:t>
        <a:bodyPr/>
        <a:lstStyle/>
        <a:p>
          <a:endParaRPr lang="en-US"/>
        </a:p>
      </dgm:t>
    </dgm:pt>
    <dgm:pt modelId="{262A1230-A96F-48E0-A3B7-3E91BCFF53C2}">
      <dgm:prSet/>
      <dgm:spPr/>
      <dgm:t>
        <a:bodyPr/>
        <a:lstStyle/>
        <a:p>
          <a:r>
            <a:rPr lang="en-US" b="0" i="0"/>
            <a:t>Optimizing code is a continuous process, and using AI tools can significantly enhance the efficiency and maintainability of your software. By following the above steps, you can systematically improve your codebase, harnessing the power of AI where possible.</a:t>
          </a:r>
          <a:endParaRPr lang="en-US"/>
        </a:p>
      </dgm:t>
    </dgm:pt>
    <dgm:pt modelId="{9AB6B735-D3D2-4751-B03F-FDDBCFF90158}" type="parTrans" cxnId="{4E096DC5-3675-4D77-9E5E-A13767E3EB14}">
      <dgm:prSet/>
      <dgm:spPr/>
      <dgm:t>
        <a:bodyPr/>
        <a:lstStyle/>
        <a:p>
          <a:endParaRPr lang="en-US"/>
        </a:p>
      </dgm:t>
    </dgm:pt>
    <dgm:pt modelId="{7212EFDA-214A-4A26-BFCE-B68BA7A469DE}" type="sibTrans" cxnId="{4E096DC5-3675-4D77-9E5E-A13767E3EB14}">
      <dgm:prSet/>
      <dgm:spPr/>
      <dgm:t>
        <a:bodyPr/>
        <a:lstStyle/>
        <a:p>
          <a:endParaRPr lang="en-US"/>
        </a:p>
      </dgm:t>
    </dgm:pt>
    <dgm:pt modelId="{50A6CD40-CCA5-4043-A54C-51817C383433}" type="pres">
      <dgm:prSet presAssocID="{FA99326E-3FB1-4577-9BDA-6AD520324830}" presName="vert0" presStyleCnt="0">
        <dgm:presLayoutVars>
          <dgm:dir/>
          <dgm:animOne val="branch"/>
          <dgm:animLvl val="lvl"/>
        </dgm:presLayoutVars>
      </dgm:prSet>
      <dgm:spPr/>
    </dgm:pt>
    <dgm:pt modelId="{E9FB2DD0-9822-4273-BAF8-3FCA6D1B0CA5}" type="pres">
      <dgm:prSet presAssocID="{A00CA7AD-E96D-4EF2-AEF0-9EDC061824A8}" presName="thickLine" presStyleLbl="alignNode1" presStyleIdx="0" presStyleCnt="6"/>
      <dgm:spPr/>
    </dgm:pt>
    <dgm:pt modelId="{352D27E4-7B23-4E59-B80C-930F67CCB0BA}" type="pres">
      <dgm:prSet presAssocID="{A00CA7AD-E96D-4EF2-AEF0-9EDC061824A8}" presName="horz1" presStyleCnt="0"/>
      <dgm:spPr/>
    </dgm:pt>
    <dgm:pt modelId="{FED65DDB-5277-47BA-947C-2C84142FBC5A}" type="pres">
      <dgm:prSet presAssocID="{A00CA7AD-E96D-4EF2-AEF0-9EDC061824A8}" presName="tx1" presStyleLbl="revTx" presStyleIdx="0" presStyleCnt="6"/>
      <dgm:spPr/>
    </dgm:pt>
    <dgm:pt modelId="{A9530A10-5893-4E12-8074-B44F84ABB837}" type="pres">
      <dgm:prSet presAssocID="{A00CA7AD-E96D-4EF2-AEF0-9EDC061824A8}" presName="vert1" presStyleCnt="0"/>
      <dgm:spPr/>
    </dgm:pt>
    <dgm:pt modelId="{31FC533B-E4B1-4107-A936-EBE027B90287}" type="pres">
      <dgm:prSet presAssocID="{B9213729-0D71-4BD5-8990-937A174CDEF9}" presName="thickLine" presStyleLbl="alignNode1" presStyleIdx="1" presStyleCnt="6"/>
      <dgm:spPr/>
    </dgm:pt>
    <dgm:pt modelId="{46B29259-3405-49A0-9833-AD9EC806FB87}" type="pres">
      <dgm:prSet presAssocID="{B9213729-0D71-4BD5-8990-937A174CDEF9}" presName="horz1" presStyleCnt="0"/>
      <dgm:spPr/>
    </dgm:pt>
    <dgm:pt modelId="{04D2928A-C78C-4EA0-B95C-3B2311834916}" type="pres">
      <dgm:prSet presAssocID="{B9213729-0D71-4BD5-8990-937A174CDEF9}" presName="tx1" presStyleLbl="revTx" presStyleIdx="1" presStyleCnt="6"/>
      <dgm:spPr/>
    </dgm:pt>
    <dgm:pt modelId="{E29F21B6-76DA-418E-9523-90ADC7DA51A9}" type="pres">
      <dgm:prSet presAssocID="{B9213729-0D71-4BD5-8990-937A174CDEF9}" presName="vert1" presStyleCnt="0"/>
      <dgm:spPr/>
    </dgm:pt>
    <dgm:pt modelId="{0ECAA352-05ED-40DB-B204-06E48B774C81}" type="pres">
      <dgm:prSet presAssocID="{5B86CA38-8B3D-447D-8977-FF209ABC163C}" presName="thickLine" presStyleLbl="alignNode1" presStyleIdx="2" presStyleCnt="6"/>
      <dgm:spPr/>
    </dgm:pt>
    <dgm:pt modelId="{4F11E1C5-491B-4A11-80A8-11DEC7411F3C}" type="pres">
      <dgm:prSet presAssocID="{5B86CA38-8B3D-447D-8977-FF209ABC163C}" presName="horz1" presStyleCnt="0"/>
      <dgm:spPr/>
    </dgm:pt>
    <dgm:pt modelId="{0BF5D6B2-737B-4FD8-968A-052D9C1210D4}" type="pres">
      <dgm:prSet presAssocID="{5B86CA38-8B3D-447D-8977-FF209ABC163C}" presName="tx1" presStyleLbl="revTx" presStyleIdx="2" presStyleCnt="6"/>
      <dgm:spPr/>
    </dgm:pt>
    <dgm:pt modelId="{F0B6CCB0-80D0-4D65-9F94-CE3BCF8A9B9D}" type="pres">
      <dgm:prSet presAssocID="{5B86CA38-8B3D-447D-8977-FF209ABC163C}" presName="vert1" presStyleCnt="0"/>
      <dgm:spPr/>
    </dgm:pt>
    <dgm:pt modelId="{A771062F-72D9-449B-9E6A-42639DC3B487}" type="pres">
      <dgm:prSet presAssocID="{238AE35F-93EB-44D1-B0C1-BB3F9131CBFB}" presName="thickLine" presStyleLbl="alignNode1" presStyleIdx="3" presStyleCnt="6"/>
      <dgm:spPr/>
    </dgm:pt>
    <dgm:pt modelId="{B0038C05-F958-4DE3-8341-D8ACC544FA3E}" type="pres">
      <dgm:prSet presAssocID="{238AE35F-93EB-44D1-B0C1-BB3F9131CBFB}" presName="horz1" presStyleCnt="0"/>
      <dgm:spPr/>
    </dgm:pt>
    <dgm:pt modelId="{CABAA9D1-880C-4D1E-BF23-1791271E8AE9}" type="pres">
      <dgm:prSet presAssocID="{238AE35F-93EB-44D1-B0C1-BB3F9131CBFB}" presName="tx1" presStyleLbl="revTx" presStyleIdx="3" presStyleCnt="6"/>
      <dgm:spPr/>
    </dgm:pt>
    <dgm:pt modelId="{27554B89-4F41-47F7-8411-0E5DC4C86887}" type="pres">
      <dgm:prSet presAssocID="{238AE35F-93EB-44D1-B0C1-BB3F9131CBFB}" presName="vert1" presStyleCnt="0"/>
      <dgm:spPr/>
    </dgm:pt>
    <dgm:pt modelId="{8573E8E0-BF49-4B92-8540-7D115F90B509}" type="pres">
      <dgm:prSet presAssocID="{6E12EFA6-D9B3-439A-8982-F26004E5E119}" presName="thickLine" presStyleLbl="alignNode1" presStyleIdx="4" presStyleCnt="6"/>
      <dgm:spPr/>
    </dgm:pt>
    <dgm:pt modelId="{744D8493-7CBF-477E-967A-2588F9131B30}" type="pres">
      <dgm:prSet presAssocID="{6E12EFA6-D9B3-439A-8982-F26004E5E119}" presName="horz1" presStyleCnt="0"/>
      <dgm:spPr/>
    </dgm:pt>
    <dgm:pt modelId="{C3926C58-FDAC-4C1A-AE94-012C750B83A3}" type="pres">
      <dgm:prSet presAssocID="{6E12EFA6-D9B3-439A-8982-F26004E5E119}" presName="tx1" presStyleLbl="revTx" presStyleIdx="4" presStyleCnt="6"/>
      <dgm:spPr/>
    </dgm:pt>
    <dgm:pt modelId="{A43EEC2E-98F2-4D22-9A02-DEA2577D3C6D}" type="pres">
      <dgm:prSet presAssocID="{6E12EFA6-D9B3-439A-8982-F26004E5E119}" presName="vert1" presStyleCnt="0"/>
      <dgm:spPr/>
    </dgm:pt>
    <dgm:pt modelId="{84472397-C15F-4ED8-A76F-4128C6305EF3}" type="pres">
      <dgm:prSet presAssocID="{262A1230-A96F-48E0-A3B7-3E91BCFF53C2}" presName="thickLine" presStyleLbl="alignNode1" presStyleIdx="5" presStyleCnt="6"/>
      <dgm:spPr/>
    </dgm:pt>
    <dgm:pt modelId="{C905B7C2-5287-49C4-B969-D376F4E2769C}" type="pres">
      <dgm:prSet presAssocID="{262A1230-A96F-48E0-A3B7-3E91BCFF53C2}" presName="horz1" presStyleCnt="0"/>
      <dgm:spPr/>
    </dgm:pt>
    <dgm:pt modelId="{9EDF110F-DDF3-4F9B-9B3B-A92DA5FC2C8F}" type="pres">
      <dgm:prSet presAssocID="{262A1230-A96F-48E0-A3B7-3E91BCFF53C2}" presName="tx1" presStyleLbl="revTx" presStyleIdx="5" presStyleCnt="6"/>
      <dgm:spPr/>
    </dgm:pt>
    <dgm:pt modelId="{75F7B73B-517D-455E-B425-EB0CE63A80C7}" type="pres">
      <dgm:prSet presAssocID="{262A1230-A96F-48E0-A3B7-3E91BCFF53C2}" presName="vert1" presStyleCnt="0"/>
      <dgm:spPr/>
    </dgm:pt>
  </dgm:ptLst>
  <dgm:cxnLst>
    <dgm:cxn modelId="{35C08607-F262-4301-9BC7-0744CEEF8ABE}" srcId="{FA99326E-3FB1-4577-9BDA-6AD520324830}" destId="{5B86CA38-8B3D-447D-8977-FF209ABC163C}" srcOrd="2" destOrd="0" parTransId="{072669AF-0465-4BF7-8351-79A881808376}" sibTransId="{5A5C590C-8EDB-4FE0-B530-AF81283D9F0C}"/>
    <dgm:cxn modelId="{40002E09-A039-4F1D-BF5D-4A9B6A40478E}" type="presOf" srcId="{5B86CA38-8B3D-447D-8977-FF209ABC163C}" destId="{0BF5D6B2-737B-4FD8-968A-052D9C1210D4}" srcOrd="0" destOrd="0" presId="urn:microsoft.com/office/officeart/2008/layout/LinedList"/>
    <dgm:cxn modelId="{092E350B-8DC0-4D7F-BA24-C61FF681757E}" type="presOf" srcId="{6E12EFA6-D9B3-439A-8982-F26004E5E119}" destId="{C3926C58-FDAC-4C1A-AE94-012C750B83A3}" srcOrd="0" destOrd="0" presId="urn:microsoft.com/office/officeart/2008/layout/LinedList"/>
    <dgm:cxn modelId="{41FF3B20-AE49-4357-AF34-F921FC211DD7}" type="presOf" srcId="{262A1230-A96F-48E0-A3B7-3E91BCFF53C2}" destId="{9EDF110F-DDF3-4F9B-9B3B-A92DA5FC2C8F}" srcOrd="0" destOrd="0" presId="urn:microsoft.com/office/officeart/2008/layout/LinedList"/>
    <dgm:cxn modelId="{9FC62524-7892-4533-A4C9-A8AF6FCAE0BD}" srcId="{FA99326E-3FB1-4577-9BDA-6AD520324830}" destId="{A00CA7AD-E96D-4EF2-AEF0-9EDC061824A8}" srcOrd="0" destOrd="0" parTransId="{0C37B420-2635-4FE5-99F0-E5A593E31E3B}" sibTransId="{AAEB1BC3-C215-483F-BD78-37033702666D}"/>
    <dgm:cxn modelId="{5C7CBD2A-1C10-44F1-9FC1-09C94A81C367}" srcId="{FA99326E-3FB1-4577-9BDA-6AD520324830}" destId="{238AE35F-93EB-44D1-B0C1-BB3F9131CBFB}" srcOrd="3" destOrd="0" parTransId="{546F1E10-50E8-432A-B562-AA6FAF34EC52}" sibTransId="{97ED4370-1AAC-472D-9E80-F49966C3F0D3}"/>
    <dgm:cxn modelId="{40A62E5E-5DDC-49B7-918C-9FD619C65D59}" type="presOf" srcId="{238AE35F-93EB-44D1-B0C1-BB3F9131CBFB}" destId="{CABAA9D1-880C-4D1E-BF23-1791271E8AE9}" srcOrd="0" destOrd="0" presId="urn:microsoft.com/office/officeart/2008/layout/LinedList"/>
    <dgm:cxn modelId="{D927F269-6706-42AC-9F90-2718B29CC6C7}" type="presOf" srcId="{B9213729-0D71-4BD5-8990-937A174CDEF9}" destId="{04D2928A-C78C-4EA0-B95C-3B2311834916}" srcOrd="0" destOrd="0" presId="urn:microsoft.com/office/officeart/2008/layout/LinedList"/>
    <dgm:cxn modelId="{1FBCB3B3-C02C-44C0-856A-621E74900ABE}" srcId="{FA99326E-3FB1-4577-9BDA-6AD520324830}" destId="{6E12EFA6-D9B3-439A-8982-F26004E5E119}" srcOrd="4" destOrd="0" parTransId="{E7ABCD54-8C56-4BD4-9D62-6D24633FE4F6}" sibTransId="{41797759-4C1C-44DA-BC09-29311A763908}"/>
    <dgm:cxn modelId="{4E096DC5-3675-4D77-9E5E-A13767E3EB14}" srcId="{FA99326E-3FB1-4577-9BDA-6AD520324830}" destId="{262A1230-A96F-48E0-A3B7-3E91BCFF53C2}" srcOrd="5" destOrd="0" parTransId="{9AB6B735-D3D2-4751-B03F-FDDBCFF90158}" sibTransId="{7212EFDA-214A-4A26-BFCE-B68BA7A469DE}"/>
    <dgm:cxn modelId="{864D26CE-3EC8-44DC-8F4D-12EFD139BFD7}" type="presOf" srcId="{FA99326E-3FB1-4577-9BDA-6AD520324830}" destId="{50A6CD40-CCA5-4043-A54C-51817C383433}" srcOrd="0" destOrd="0" presId="urn:microsoft.com/office/officeart/2008/layout/LinedList"/>
    <dgm:cxn modelId="{72DD59D8-E1C2-403C-A3C0-1189BF3CDE78}" srcId="{FA99326E-3FB1-4577-9BDA-6AD520324830}" destId="{B9213729-0D71-4BD5-8990-937A174CDEF9}" srcOrd="1" destOrd="0" parTransId="{A451DFD1-B42E-41B9-A012-4C592255458C}" sibTransId="{449CFEBC-4240-4B31-82F9-19D2528AD2E3}"/>
    <dgm:cxn modelId="{16EB92E2-BD1A-48F3-85B5-18817A144918}" type="presOf" srcId="{A00CA7AD-E96D-4EF2-AEF0-9EDC061824A8}" destId="{FED65DDB-5277-47BA-947C-2C84142FBC5A}" srcOrd="0" destOrd="0" presId="urn:microsoft.com/office/officeart/2008/layout/LinedList"/>
    <dgm:cxn modelId="{22783295-068E-40F4-B5A0-84DD776AF376}" type="presParOf" srcId="{50A6CD40-CCA5-4043-A54C-51817C383433}" destId="{E9FB2DD0-9822-4273-BAF8-3FCA6D1B0CA5}" srcOrd="0" destOrd="0" presId="urn:microsoft.com/office/officeart/2008/layout/LinedList"/>
    <dgm:cxn modelId="{0C4E4691-C764-4706-B533-9143EF09CD2A}" type="presParOf" srcId="{50A6CD40-CCA5-4043-A54C-51817C383433}" destId="{352D27E4-7B23-4E59-B80C-930F67CCB0BA}" srcOrd="1" destOrd="0" presId="urn:microsoft.com/office/officeart/2008/layout/LinedList"/>
    <dgm:cxn modelId="{65791B89-8666-47A3-99C5-64D90402545C}" type="presParOf" srcId="{352D27E4-7B23-4E59-B80C-930F67CCB0BA}" destId="{FED65DDB-5277-47BA-947C-2C84142FBC5A}" srcOrd="0" destOrd="0" presId="urn:microsoft.com/office/officeart/2008/layout/LinedList"/>
    <dgm:cxn modelId="{C201BB2E-29F8-434E-BA49-C0F440273AF5}" type="presParOf" srcId="{352D27E4-7B23-4E59-B80C-930F67CCB0BA}" destId="{A9530A10-5893-4E12-8074-B44F84ABB837}" srcOrd="1" destOrd="0" presId="urn:microsoft.com/office/officeart/2008/layout/LinedList"/>
    <dgm:cxn modelId="{F1EA9D19-F23B-49D5-B22C-1B33C6CAF71C}" type="presParOf" srcId="{50A6CD40-CCA5-4043-A54C-51817C383433}" destId="{31FC533B-E4B1-4107-A936-EBE027B90287}" srcOrd="2" destOrd="0" presId="urn:microsoft.com/office/officeart/2008/layout/LinedList"/>
    <dgm:cxn modelId="{24402F71-52E2-4B37-8509-61874E740E06}" type="presParOf" srcId="{50A6CD40-CCA5-4043-A54C-51817C383433}" destId="{46B29259-3405-49A0-9833-AD9EC806FB87}" srcOrd="3" destOrd="0" presId="urn:microsoft.com/office/officeart/2008/layout/LinedList"/>
    <dgm:cxn modelId="{246F873D-C426-4452-8A4C-2239AEB3D084}" type="presParOf" srcId="{46B29259-3405-49A0-9833-AD9EC806FB87}" destId="{04D2928A-C78C-4EA0-B95C-3B2311834916}" srcOrd="0" destOrd="0" presId="urn:microsoft.com/office/officeart/2008/layout/LinedList"/>
    <dgm:cxn modelId="{99E4FAA0-54A0-40EA-8D00-F1D21490514C}" type="presParOf" srcId="{46B29259-3405-49A0-9833-AD9EC806FB87}" destId="{E29F21B6-76DA-418E-9523-90ADC7DA51A9}" srcOrd="1" destOrd="0" presId="urn:microsoft.com/office/officeart/2008/layout/LinedList"/>
    <dgm:cxn modelId="{0D7B559D-E43D-44A3-B970-0A3CA875E1BE}" type="presParOf" srcId="{50A6CD40-CCA5-4043-A54C-51817C383433}" destId="{0ECAA352-05ED-40DB-B204-06E48B774C81}" srcOrd="4" destOrd="0" presId="urn:microsoft.com/office/officeart/2008/layout/LinedList"/>
    <dgm:cxn modelId="{606698FD-7454-4B3B-99CB-5BEFB8956947}" type="presParOf" srcId="{50A6CD40-CCA5-4043-A54C-51817C383433}" destId="{4F11E1C5-491B-4A11-80A8-11DEC7411F3C}" srcOrd="5" destOrd="0" presId="urn:microsoft.com/office/officeart/2008/layout/LinedList"/>
    <dgm:cxn modelId="{BFC1BE21-0A13-4815-A813-6B6882E88860}" type="presParOf" srcId="{4F11E1C5-491B-4A11-80A8-11DEC7411F3C}" destId="{0BF5D6B2-737B-4FD8-968A-052D9C1210D4}" srcOrd="0" destOrd="0" presId="urn:microsoft.com/office/officeart/2008/layout/LinedList"/>
    <dgm:cxn modelId="{BAACB7E6-F471-4D7A-9794-FF3930AB7041}" type="presParOf" srcId="{4F11E1C5-491B-4A11-80A8-11DEC7411F3C}" destId="{F0B6CCB0-80D0-4D65-9F94-CE3BCF8A9B9D}" srcOrd="1" destOrd="0" presId="urn:microsoft.com/office/officeart/2008/layout/LinedList"/>
    <dgm:cxn modelId="{358EACF5-390E-45FC-82EC-DEA91FC4B395}" type="presParOf" srcId="{50A6CD40-CCA5-4043-A54C-51817C383433}" destId="{A771062F-72D9-449B-9E6A-42639DC3B487}" srcOrd="6" destOrd="0" presId="urn:microsoft.com/office/officeart/2008/layout/LinedList"/>
    <dgm:cxn modelId="{AEF86409-2FA1-434C-93A9-382A0C8B9D7A}" type="presParOf" srcId="{50A6CD40-CCA5-4043-A54C-51817C383433}" destId="{B0038C05-F958-4DE3-8341-D8ACC544FA3E}" srcOrd="7" destOrd="0" presId="urn:microsoft.com/office/officeart/2008/layout/LinedList"/>
    <dgm:cxn modelId="{9F1887D2-24FF-45EE-B13E-94B1FD5D2BE8}" type="presParOf" srcId="{B0038C05-F958-4DE3-8341-D8ACC544FA3E}" destId="{CABAA9D1-880C-4D1E-BF23-1791271E8AE9}" srcOrd="0" destOrd="0" presId="urn:microsoft.com/office/officeart/2008/layout/LinedList"/>
    <dgm:cxn modelId="{D5516C41-36D5-4F70-BCE9-A2300CCCE393}" type="presParOf" srcId="{B0038C05-F958-4DE3-8341-D8ACC544FA3E}" destId="{27554B89-4F41-47F7-8411-0E5DC4C86887}" srcOrd="1" destOrd="0" presId="urn:microsoft.com/office/officeart/2008/layout/LinedList"/>
    <dgm:cxn modelId="{A2781AB9-E55F-4BA4-9978-9F44C011115A}" type="presParOf" srcId="{50A6CD40-CCA5-4043-A54C-51817C383433}" destId="{8573E8E0-BF49-4B92-8540-7D115F90B509}" srcOrd="8" destOrd="0" presId="urn:microsoft.com/office/officeart/2008/layout/LinedList"/>
    <dgm:cxn modelId="{9C528801-4188-4713-90CB-DB65DB47263D}" type="presParOf" srcId="{50A6CD40-CCA5-4043-A54C-51817C383433}" destId="{744D8493-7CBF-477E-967A-2588F9131B30}" srcOrd="9" destOrd="0" presId="urn:microsoft.com/office/officeart/2008/layout/LinedList"/>
    <dgm:cxn modelId="{8251FDA8-CB3E-4A84-B4F5-E31C21244A1C}" type="presParOf" srcId="{744D8493-7CBF-477E-967A-2588F9131B30}" destId="{C3926C58-FDAC-4C1A-AE94-012C750B83A3}" srcOrd="0" destOrd="0" presId="urn:microsoft.com/office/officeart/2008/layout/LinedList"/>
    <dgm:cxn modelId="{84E711C1-437A-44FE-BF96-0C9BE0A7DE9D}" type="presParOf" srcId="{744D8493-7CBF-477E-967A-2588F9131B30}" destId="{A43EEC2E-98F2-4D22-9A02-DEA2577D3C6D}" srcOrd="1" destOrd="0" presId="urn:microsoft.com/office/officeart/2008/layout/LinedList"/>
    <dgm:cxn modelId="{E34062B8-5037-454A-A6C0-FFDB9B005E98}" type="presParOf" srcId="{50A6CD40-CCA5-4043-A54C-51817C383433}" destId="{84472397-C15F-4ED8-A76F-4128C6305EF3}" srcOrd="10" destOrd="0" presId="urn:microsoft.com/office/officeart/2008/layout/LinedList"/>
    <dgm:cxn modelId="{C14504BD-5184-451A-92CB-481168A22A2C}" type="presParOf" srcId="{50A6CD40-CCA5-4043-A54C-51817C383433}" destId="{C905B7C2-5287-49C4-B969-D376F4E2769C}" srcOrd="11" destOrd="0" presId="urn:microsoft.com/office/officeart/2008/layout/LinedList"/>
    <dgm:cxn modelId="{B5D0AAC5-4807-44F5-890F-01F96FD596D1}" type="presParOf" srcId="{C905B7C2-5287-49C4-B969-D376F4E2769C}" destId="{9EDF110F-DDF3-4F9B-9B3B-A92DA5FC2C8F}" srcOrd="0" destOrd="0" presId="urn:microsoft.com/office/officeart/2008/layout/LinedList"/>
    <dgm:cxn modelId="{3311F32E-06A7-41FE-97AA-678BAE24102F}" type="presParOf" srcId="{C905B7C2-5287-49C4-B969-D376F4E2769C}" destId="{75F7B73B-517D-455E-B425-EB0CE63A80C7}"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F26550-0CC5-444B-91D8-F1C8D27C7D16}">
      <dsp:nvSpPr>
        <dsp:cNvPr id="0" name=""/>
        <dsp:cNvSpPr/>
      </dsp:nvSpPr>
      <dsp:spPr>
        <a:xfrm>
          <a:off x="2902" y="295883"/>
          <a:ext cx="2302370" cy="1381422"/>
        </a:xfrm>
        <a:prstGeom prst="rect">
          <a:avLst/>
        </a:prstGeom>
        <a:gradFill rotWithShape="0">
          <a:gsLst>
            <a:gs pos="0">
              <a:schemeClr val="accent5">
                <a:hueOff val="0"/>
                <a:satOff val="0"/>
                <a:lumOff val="0"/>
                <a:alphaOff val="0"/>
                <a:tint val="94000"/>
                <a:satMod val="105000"/>
                <a:lumMod val="102000"/>
              </a:schemeClr>
            </a:gs>
            <a:gs pos="100000">
              <a:schemeClr val="accent5">
                <a:hueOff val="0"/>
                <a:satOff val="0"/>
                <a:lumOff val="0"/>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IN" sz="2500" kern="1200"/>
            <a:t>Static Code Analysis</a:t>
          </a:r>
          <a:endParaRPr lang="en-US" sz="2500" kern="1200"/>
        </a:p>
      </dsp:txBody>
      <dsp:txXfrm>
        <a:off x="2902" y="295883"/>
        <a:ext cx="2302370" cy="1381422"/>
      </dsp:txXfrm>
    </dsp:sp>
    <dsp:sp modelId="{49CB4377-9F12-4E20-8A3B-E06043B74319}">
      <dsp:nvSpPr>
        <dsp:cNvPr id="0" name=""/>
        <dsp:cNvSpPr/>
      </dsp:nvSpPr>
      <dsp:spPr>
        <a:xfrm>
          <a:off x="2535510" y="295883"/>
          <a:ext cx="2302370" cy="1381422"/>
        </a:xfrm>
        <a:prstGeom prst="rect">
          <a:avLst/>
        </a:prstGeom>
        <a:gradFill rotWithShape="0">
          <a:gsLst>
            <a:gs pos="0">
              <a:schemeClr val="accent5">
                <a:hueOff val="-472651"/>
                <a:satOff val="-2539"/>
                <a:lumOff val="868"/>
                <a:alphaOff val="0"/>
                <a:tint val="94000"/>
                <a:satMod val="105000"/>
                <a:lumMod val="102000"/>
              </a:schemeClr>
            </a:gs>
            <a:gs pos="100000">
              <a:schemeClr val="accent5">
                <a:hueOff val="-472651"/>
                <a:satOff val="-2539"/>
                <a:lumOff val="868"/>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IN" sz="2500" kern="1200"/>
            <a:t>Dynamic Code Analysis</a:t>
          </a:r>
          <a:endParaRPr lang="en-US" sz="2500" kern="1200"/>
        </a:p>
      </dsp:txBody>
      <dsp:txXfrm>
        <a:off x="2535510" y="295883"/>
        <a:ext cx="2302370" cy="1381422"/>
      </dsp:txXfrm>
    </dsp:sp>
    <dsp:sp modelId="{85F19F0C-594B-49FB-90FD-FC069F5697D3}">
      <dsp:nvSpPr>
        <dsp:cNvPr id="0" name=""/>
        <dsp:cNvSpPr/>
      </dsp:nvSpPr>
      <dsp:spPr>
        <a:xfrm>
          <a:off x="5068118" y="295883"/>
          <a:ext cx="2302370" cy="1381422"/>
        </a:xfrm>
        <a:prstGeom prst="rect">
          <a:avLst/>
        </a:prstGeom>
        <a:gradFill rotWithShape="0">
          <a:gsLst>
            <a:gs pos="0">
              <a:schemeClr val="accent5">
                <a:hueOff val="-945302"/>
                <a:satOff val="-5077"/>
                <a:lumOff val="1737"/>
                <a:alphaOff val="0"/>
                <a:tint val="94000"/>
                <a:satMod val="105000"/>
                <a:lumMod val="102000"/>
              </a:schemeClr>
            </a:gs>
            <a:gs pos="100000">
              <a:schemeClr val="accent5">
                <a:hueOff val="-945302"/>
                <a:satOff val="-5077"/>
                <a:lumOff val="1737"/>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IN" sz="2500" kern="1200"/>
            <a:t>Code Quality Assessment</a:t>
          </a:r>
          <a:endParaRPr lang="en-US" sz="2500" kern="1200"/>
        </a:p>
      </dsp:txBody>
      <dsp:txXfrm>
        <a:off x="5068118" y="295883"/>
        <a:ext cx="2302370" cy="1381422"/>
      </dsp:txXfrm>
    </dsp:sp>
    <dsp:sp modelId="{87110362-BF46-4256-AC78-49CCD0E1FA8D}">
      <dsp:nvSpPr>
        <dsp:cNvPr id="0" name=""/>
        <dsp:cNvSpPr/>
      </dsp:nvSpPr>
      <dsp:spPr>
        <a:xfrm>
          <a:off x="7600725" y="295883"/>
          <a:ext cx="2302370" cy="1381422"/>
        </a:xfrm>
        <a:prstGeom prst="rect">
          <a:avLst/>
        </a:prstGeom>
        <a:gradFill rotWithShape="0">
          <a:gsLst>
            <a:gs pos="0">
              <a:schemeClr val="accent5">
                <a:hueOff val="-1417953"/>
                <a:satOff val="-7616"/>
                <a:lumOff val="2605"/>
                <a:alphaOff val="0"/>
                <a:tint val="94000"/>
                <a:satMod val="105000"/>
                <a:lumMod val="102000"/>
              </a:schemeClr>
            </a:gs>
            <a:gs pos="100000">
              <a:schemeClr val="accent5">
                <a:hueOff val="-1417953"/>
                <a:satOff val="-7616"/>
                <a:lumOff val="2605"/>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IN" sz="2500" kern="1200"/>
            <a:t>Vulnerability Detection</a:t>
          </a:r>
          <a:endParaRPr lang="en-US" sz="2500" kern="1200"/>
        </a:p>
      </dsp:txBody>
      <dsp:txXfrm>
        <a:off x="7600725" y="295883"/>
        <a:ext cx="2302370" cy="1381422"/>
      </dsp:txXfrm>
    </dsp:sp>
    <dsp:sp modelId="{C187B5FD-ADEB-4C6A-B3D9-29B6B5F52FE9}">
      <dsp:nvSpPr>
        <dsp:cNvPr id="0" name=""/>
        <dsp:cNvSpPr/>
      </dsp:nvSpPr>
      <dsp:spPr>
        <a:xfrm>
          <a:off x="2902" y="1907543"/>
          <a:ext cx="2302370" cy="1381422"/>
        </a:xfrm>
        <a:prstGeom prst="rect">
          <a:avLst/>
        </a:prstGeom>
        <a:gradFill rotWithShape="0">
          <a:gsLst>
            <a:gs pos="0">
              <a:schemeClr val="accent5">
                <a:hueOff val="-1890604"/>
                <a:satOff val="-10154"/>
                <a:lumOff val="3473"/>
                <a:alphaOff val="0"/>
                <a:tint val="94000"/>
                <a:satMod val="105000"/>
                <a:lumMod val="102000"/>
              </a:schemeClr>
            </a:gs>
            <a:gs pos="100000">
              <a:schemeClr val="accent5">
                <a:hueOff val="-1890604"/>
                <a:satOff val="-10154"/>
                <a:lumOff val="3473"/>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IN" sz="2500" kern="1200"/>
            <a:t>Vulnerability Detection</a:t>
          </a:r>
          <a:endParaRPr lang="en-US" sz="2500" kern="1200"/>
        </a:p>
      </dsp:txBody>
      <dsp:txXfrm>
        <a:off x="2902" y="1907543"/>
        <a:ext cx="2302370" cy="1381422"/>
      </dsp:txXfrm>
    </dsp:sp>
    <dsp:sp modelId="{09C5F67F-C9A4-4573-8598-BCF2A732DC28}">
      <dsp:nvSpPr>
        <dsp:cNvPr id="0" name=""/>
        <dsp:cNvSpPr/>
      </dsp:nvSpPr>
      <dsp:spPr>
        <a:xfrm>
          <a:off x="2535510" y="1907543"/>
          <a:ext cx="2302370" cy="1381422"/>
        </a:xfrm>
        <a:prstGeom prst="rect">
          <a:avLst/>
        </a:prstGeom>
        <a:gradFill rotWithShape="0">
          <a:gsLst>
            <a:gs pos="0">
              <a:schemeClr val="accent5">
                <a:hueOff val="-2363255"/>
                <a:satOff val="-12693"/>
                <a:lumOff val="4341"/>
                <a:alphaOff val="0"/>
                <a:tint val="94000"/>
                <a:satMod val="105000"/>
                <a:lumMod val="102000"/>
              </a:schemeClr>
            </a:gs>
            <a:gs pos="100000">
              <a:schemeClr val="accent5">
                <a:hueOff val="-2363255"/>
                <a:satOff val="-12693"/>
                <a:lumOff val="4341"/>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IN" sz="2500" kern="1200"/>
            <a:t>Automated Refactoring</a:t>
          </a:r>
          <a:endParaRPr lang="en-US" sz="2500" kern="1200"/>
        </a:p>
      </dsp:txBody>
      <dsp:txXfrm>
        <a:off x="2535510" y="1907543"/>
        <a:ext cx="2302370" cy="1381422"/>
      </dsp:txXfrm>
    </dsp:sp>
    <dsp:sp modelId="{B9E62978-DA85-4A01-9822-B3D74CEE95D0}">
      <dsp:nvSpPr>
        <dsp:cNvPr id="0" name=""/>
        <dsp:cNvSpPr/>
      </dsp:nvSpPr>
      <dsp:spPr>
        <a:xfrm>
          <a:off x="5068118" y="1907543"/>
          <a:ext cx="2302370" cy="1381422"/>
        </a:xfrm>
        <a:prstGeom prst="rect">
          <a:avLst/>
        </a:prstGeom>
        <a:gradFill rotWithShape="0">
          <a:gsLst>
            <a:gs pos="0">
              <a:schemeClr val="accent5">
                <a:hueOff val="-2835906"/>
                <a:satOff val="-15231"/>
                <a:lumOff val="5210"/>
                <a:alphaOff val="0"/>
                <a:tint val="94000"/>
                <a:satMod val="105000"/>
                <a:lumMod val="102000"/>
              </a:schemeClr>
            </a:gs>
            <a:gs pos="100000">
              <a:schemeClr val="accent5">
                <a:hueOff val="-2835906"/>
                <a:satOff val="-15231"/>
                <a:lumOff val="5210"/>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IN" sz="2500" kern="1200"/>
            <a:t>Natural Language Processing (NLP)</a:t>
          </a:r>
          <a:endParaRPr lang="en-US" sz="2500" kern="1200"/>
        </a:p>
      </dsp:txBody>
      <dsp:txXfrm>
        <a:off x="5068118" y="1907543"/>
        <a:ext cx="2302370" cy="1381422"/>
      </dsp:txXfrm>
    </dsp:sp>
    <dsp:sp modelId="{63CB32A7-2101-406B-9A9D-A552D4294F41}">
      <dsp:nvSpPr>
        <dsp:cNvPr id="0" name=""/>
        <dsp:cNvSpPr/>
      </dsp:nvSpPr>
      <dsp:spPr>
        <a:xfrm>
          <a:off x="7600725" y="1907543"/>
          <a:ext cx="2302370" cy="1381422"/>
        </a:xfrm>
        <a:prstGeom prst="rect">
          <a:avLst/>
        </a:prstGeom>
        <a:gradFill rotWithShape="0">
          <a:gsLst>
            <a:gs pos="0">
              <a:schemeClr val="accent5">
                <a:hueOff val="-3308557"/>
                <a:satOff val="-17770"/>
                <a:lumOff val="6078"/>
                <a:alphaOff val="0"/>
                <a:tint val="94000"/>
                <a:satMod val="105000"/>
                <a:lumMod val="102000"/>
              </a:schemeClr>
            </a:gs>
            <a:gs pos="100000">
              <a:schemeClr val="accent5">
                <a:hueOff val="-3308557"/>
                <a:satOff val="-17770"/>
                <a:lumOff val="6078"/>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IN" sz="2500" kern="1200"/>
            <a:t>Integration with Development Environments</a:t>
          </a:r>
          <a:endParaRPr lang="en-US" sz="2500" kern="1200"/>
        </a:p>
      </dsp:txBody>
      <dsp:txXfrm>
        <a:off x="7600725" y="1907543"/>
        <a:ext cx="2302370" cy="138142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4DAE35-8441-4B5D-81B5-419462DD2FC1}">
      <dsp:nvSpPr>
        <dsp:cNvPr id="0" name=""/>
        <dsp:cNvSpPr/>
      </dsp:nvSpPr>
      <dsp:spPr>
        <a:xfrm>
          <a:off x="108988" y="187236"/>
          <a:ext cx="1282574" cy="128257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BD000C8-AFB1-4B8E-96EC-18D41404674A}">
      <dsp:nvSpPr>
        <dsp:cNvPr id="0" name=""/>
        <dsp:cNvSpPr/>
      </dsp:nvSpPr>
      <dsp:spPr>
        <a:xfrm>
          <a:off x="378329" y="456577"/>
          <a:ext cx="743893" cy="74389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091234A-772D-408F-B4F6-37CBB66FE002}">
      <dsp:nvSpPr>
        <dsp:cNvPr id="0" name=""/>
        <dsp:cNvSpPr/>
      </dsp:nvSpPr>
      <dsp:spPr>
        <a:xfrm>
          <a:off x="1666401" y="187236"/>
          <a:ext cx="3023212" cy="12825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US" sz="2000" kern="1200"/>
            <a:t>SonarQube: Uses machine learning to track code quality and identify bugs and vulnerabilities.</a:t>
          </a:r>
        </a:p>
      </dsp:txBody>
      <dsp:txXfrm>
        <a:off x="1666401" y="187236"/>
        <a:ext cx="3023212" cy="1282574"/>
      </dsp:txXfrm>
    </dsp:sp>
    <dsp:sp modelId="{7D4AE283-3C32-4CE7-963F-40DB3A00F7F1}">
      <dsp:nvSpPr>
        <dsp:cNvPr id="0" name=""/>
        <dsp:cNvSpPr/>
      </dsp:nvSpPr>
      <dsp:spPr>
        <a:xfrm>
          <a:off x="5216385" y="187236"/>
          <a:ext cx="1282574" cy="128257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FEC9A83-73B7-4218-8DF4-97169D0E587A}">
      <dsp:nvSpPr>
        <dsp:cNvPr id="0" name=""/>
        <dsp:cNvSpPr/>
      </dsp:nvSpPr>
      <dsp:spPr>
        <a:xfrm>
          <a:off x="5485726" y="456577"/>
          <a:ext cx="743893" cy="74389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3DD3705-5B0A-4245-825E-AC8B1E6F6E48}">
      <dsp:nvSpPr>
        <dsp:cNvPr id="0" name=""/>
        <dsp:cNvSpPr/>
      </dsp:nvSpPr>
      <dsp:spPr>
        <a:xfrm>
          <a:off x="6773797" y="187236"/>
          <a:ext cx="3023212" cy="12825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US" sz="2000" kern="1200"/>
            <a:t>DeepCode: Analyzes code changes and provides real-time feedback to developers about potential issues.</a:t>
          </a:r>
        </a:p>
      </dsp:txBody>
      <dsp:txXfrm>
        <a:off x="6773797" y="187236"/>
        <a:ext cx="3023212" cy="1282574"/>
      </dsp:txXfrm>
    </dsp:sp>
    <dsp:sp modelId="{9C51F7D6-34A4-4397-BEF8-C04DC57B07DE}">
      <dsp:nvSpPr>
        <dsp:cNvPr id="0" name=""/>
        <dsp:cNvSpPr/>
      </dsp:nvSpPr>
      <dsp:spPr>
        <a:xfrm>
          <a:off x="108988" y="2071902"/>
          <a:ext cx="1282574" cy="128257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3F04750-AF66-449C-92C7-8BC75BCDDC11}">
      <dsp:nvSpPr>
        <dsp:cNvPr id="0" name=""/>
        <dsp:cNvSpPr/>
      </dsp:nvSpPr>
      <dsp:spPr>
        <a:xfrm>
          <a:off x="378329" y="2341243"/>
          <a:ext cx="743893" cy="74389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3A5AAAA-659A-4DEF-ADAE-FFC64F119FBD}">
      <dsp:nvSpPr>
        <dsp:cNvPr id="0" name=""/>
        <dsp:cNvSpPr/>
      </dsp:nvSpPr>
      <dsp:spPr>
        <a:xfrm>
          <a:off x="1666401" y="2071902"/>
          <a:ext cx="3023212" cy="12825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US" sz="2000" kern="1200"/>
            <a:t>Codacy: Offers automated code reviews and performance monitoring, leveraging AI for insights.</a:t>
          </a:r>
        </a:p>
      </dsp:txBody>
      <dsp:txXfrm>
        <a:off x="1666401" y="2071902"/>
        <a:ext cx="3023212" cy="1282574"/>
      </dsp:txXfrm>
    </dsp:sp>
    <dsp:sp modelId="{175D4798-C4FE-4B3D-900C-4EB91BE5DB5C}">
      <dsp:nvSpPr>
        <dsp:cNvPr id="0" name=""/>
        <dsp:cNvSpPr/>
      </dsp:nvSpPr>
      <dsp:spPr>
        <a:xfrm>
          <a:off x="5216385" y="2071902"/>
          <a:ext cx="1282574" cy="128257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DA22633-954E-4220-A468-0FBE07440CE3}">
      <dsp:nvSpPr>
        <dsp:cNvPr id="0" name=""/>
        <dsp:cNvSpPr/>
      </dsp:nvSpPr>
      <dsp:spPr>
        <a:xfrm>
          <a:off x="5485726" y="2341243"/>
          <a:ext cx="743893" cy="74389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2AA72EF-269C-4663-87AA-83AAE77D6886}">
      <dsp:nvSpPr>
        <dsp:cNvPr id="0" name=""/>
        <dsp:cNvSpPr/>
      </dsp:nvSpPr>
      <dsp:spPr>
        <a:xfrm>
          <a:off x="6773797" y="2071902"/>
          <a:ext cx="3023212" cy="12825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US" sz="2000" kern="1200"/>
            <a:t>Snyk: Focuses specifically on security vulnerabilities in open source dependencies, using AI to spot potential issues.</a:t>
          </a:r>
        </a:p>
      </dsp:txBody>
      <dsp:txXfrm>
        <a:off x="6773797" y="2071902"/>
        <a:ext cx="3023212" cy="128257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0FFEFE-F499-4AAA-9D8B-100CAC3A53BE}">
      <dsp:nvSpPr>
        <dsp:cNvPr id="0" name=""/>
        <dsp:cNvSpPr/>
      </dsp:nvSpPr>
      <dsp:spPr>
        <a:xfrm>
          <a:off x="0" y="3294"/>
          <a:ext cx="7804245" cy="0"/>
        </a:xfrm>
        <a:prstGeom prst="line">
          <a:avLst/>
        </a:prstGeom>
        <a:gradFill rotWithShape="0">
          <a:gsLst>
            <a:gs pos="0">
              <a:schemeClr val="dk2">
                <a:hueOff val="0"/>
                <a:satOff val="0"/>
                <a:lumOff val="0"/>
                <a:alphaOff val="0"/>
                <a:tint val="94000"/>
                <a:satMod val="105000"/>
                <a:lumMod val="102000"/>
              </a:schemeClr>
            </a:gs>
            <a:gs pos="100000">
              <a:schemeClr val="dk2">
                <a:hueOff val="0"/>
                <a:satOff val="0"/>
                <a:lumOff val="0"/>
                <a:alphaOff val="0"/>
                <a:shade val="74000"/>
                <a:satMod val="128000"/>
                <a:lumMod val="100000"/>
              </a:schemeClr>
            </a:gs>
          </a:gsLst>
          <a:lin ang="5400000" scaled="0"/>
        </a:gradFill>
        <a:ln w="9525" cap="flat" cmpd="sng" algn="ctr">
          <a:solidFill>
            <a:schemeClr val="dk2">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B6654CA2-A22D-416B-8AF2-E4A1A964CDA4}">
      <dsp:nvSpPr>
        <dsp:cNvPr id="0" name=""/>
        <dsp:cNvSpPr/>
      </dsp:nvSpPr>
      <dsp:spPr>
        <a:xfrm>
          <a:off x="0" y="3294"/>
          <a:ext cx="1560849" cy="1123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b="1" i="0" kern="1200"/>
            <a:t>Understanding Code</a:t>
          </a:r>
          <a:r>
            <a:rPr lang="en-US" sz="1700" b="0" i="0" kern="1200"/>
            <a:t>:</a:t>
          </a:r>
          <a:endParaRPr lang="en-US" sz="1700" kern="1200"/>
        </a:p>
      </dsp:txBody>
      <dsp:txXfrm>
        <a:off x="0" y="3294"/>
        <a:ext cx="1560849" cy="1123535"/>
      </dsp:txXfrm>
    </dsp:sp>
    <dsp:sp modelId="{5F80F71F-1482-43B2-A0A0-DC21583BB15E}">
      <dsp:nvSpPr>
        <dsp:cNvPr id="0" name=""/>
        <dsp:cNvSpPr/>
      </dsp:nvSpPr>
      <dsp:spPr>
        <a:xfrm>
          <a:off x="1677912" y="29408"/>
          <a:ext cx="6126332" cy="5222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0" i="0" kern="1200"/>
            <a:t>GenAI can parse source code and understand its structure, including variables, functions, classes, and libraries used.</a:t>
          </a:r>
          <a:endParaRPr lang="en-US" sz="1600" kern="1200"/>
        </a:p>
      </dsp:txBody>
      <dsp:txXfrm>
        <a:off x="1677912" y="29408"/>
        <a:ext cx="6126332" cy="522268"/>
      </dsp:txXfrm>
    </dsp:sp>
    <dsp:sp modelId="{DF6C04C4-56B8-4A19-89A3-C6C4E03DF8EA}">
      <dsp:nvSpPr>
        <dsp:cNvPr id="0" name=""/>
        <dsp:cNvSpPr/>
      </dsp:nvSpPr>
      <dsp:spPr>
        <a:xfrm>
          <a:off x="1560848" y="551676"/>
          <a:ext cx="6243396" cy="0"/>
        </a:xfrm>
        <a:prstGeom prst="line">
          <a:avLst/>
        </a:prstGeom>
        <a:solidFill>
          <a:schemeClr val="dk2">
            <a:hueOff val="0"/>
            <a:satOff val="0"/>
            <a:lumOff val="0"/>
            <a:alphaOff val="0"/>
          </a:schemeClr>
        </a:solidFill>
        <a:ln w="15875" cap="flat" cmpd="sng" algn="ctr">
          <a:solidFill>
            <a:schemeClr val="dk2">
              <a:tint val="50000"/>
              <a:hueOff val="0"/>
              <a:satOff val="0"/>
              <a:lumOff val="0"/>
              <a:alphaOff val="0"/>
            </a:schemeClr>
          </a:solidFill>
          <a:prstDash val="solid"/>
        </a:ln>
        <a:effectLst/>
      </dsp:spPr>
      <dsp:style>
        <a:lnRef idx="2">
          <a:scrgbClr r="0" g="0" b="0"/>
        </a:lnRef>
        <a:fillRef idx="1">
          <a:scrgbClr r="0" g="0" b="0"/>
        </a:fillRef>
        <a:effectRef idx="1">
          <a:scrgbClr r="0" g="0" b="0"/>
        </a:effectRef>
        <a:fontRef idx="minor"/>
      </dsp:style>
    </dsp:sp>
    <dsp:sp modelId="{4356CD42-05D8-48E0-A3C0-241A25ABB846}">
      <dsp:nvSpPr>
        <dsp:cNvPr id="0" name=""/>
        <dsp:cNvSpPr/>
      </dsp:nvSpPr>
      <dsp:spPr>
        <a:xfrm>
          <a:off x="1677912" y="577790"/>
          <a:ext cx="6126332" cy="5222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0" i="0" kern="1200"/>
            <a:t>It helps in recognizing patterns and identifying potential issues based on best practices.</a:t>
          </a:r>
          <a:endParaRPr lang="en-US" sz="1600" kern="1200"/>
        </a:p>
      </dsp:txBody>
      <dsp:txXfrm>
        <a:off x="1677912" y="577790"/>
        <a:ext cx="6126332" cy="522268"/>
      </dsp:txXfrm>
    </dsp:sp>
    <dsp:sp modelId="{03CD4FC6-AA58-4B04-ADFB-ED5F5FA45D7B}">
      <dsp:nvSpPr>
        <dsp:cNvPr id="0" name=""/>
        <dsp:cNvSpPr/>
      </dsp:nvSpPr>
      <dsp:spPr>
        <a:xfrm>
          <a:off x="1560848" y="1100058"/>
          <a:ext cx="6243396" cy="0"/>
        </a:xfrm>
        <a:prstGeom prst="line">
          <a:avLst/>
        </a:prstGeom>
        <a:solidFill>
          <a:schemeClr val="dk2">
            <a:hueOff val="0"/>
            <a:satOff val="0"/>
            <a:lumOff val="0"/>
            <a:alphaOff val="0"/>
          </a:schemeClr>
        </a:solidFill>
        <a:ln w="15875" cap="flat" cmpd="sng" algn="ctr">
          <a:solidFill>
            <a:schemeClr val="dk2">
              <a:tint val="50000"/>
              <a:hueOff val="0"/>
              <a:satOff val="0"/>
              <a:lumOff val="0"/>
              <a:alphaOff val="0"/>
            </a:schemeClr>
          </a:solidFill>
          <a:prstDash val="solid"/>
        </a:ln>
        <a:effectLst/>
      </dsp:spPr>
      <dsp:style>
        <a:lnRef idx="2">
          <a:scrgbClr r="0" g="0" b="0"/>
        </a:lnRef>
        <a:fillRef idx="1">
          <a:scrgbClr r="0" g="0" b="0"/>
        </a:fillRef>
        <a:effectRef idx="1">
          <a:scrgbClr r="0" g="0" b="0"/>
        </a:effectRef>
        <a:fontRef idx="minor"/>
      </dsp:style>
    </dsp:sp>
    <dsp:sp modelId="{8DB63B93-6E92-416C-BE4F-A1C5E79E655C}">
      <dsp:nvSpPr>
        <dsp:cNvPr id="0" name=""/>
        <dsp:cNvSpPr/>
      </dsp:nvSpPr>
      <dsp:spPr>
        <a:xfrm>
          <a:off x="0" y="1126830"/>
          <a:ext cx="7804245" cy="0"/>
        </a:xfrm>
        <a:prstGeom prst="line">
          <a:avLst/>
        </a:prstGeom>
        <a:gradFill rotWithShape="0">
          <a:gsLst>
            <a:gs pos="0">
              <a:schemeClr val="dk2">
                <a:hueOff val="0"/>
                <a:satOff val="0"/>
                <a:lumOff val="0"/>
                <a:alphaOff val="0"/>
                <a:tint val="94000"/>
                <a:satMod val="105000"/>
                <a:lumMod val="102000"/>
              </a:schemeClr>
            </a:gs>
            <a:gs pos="100000">
              <a:schemeClr val="dk2">
                <a:hueOff val="0"/>
                <a:satOff val="0"/>
                <a:lumOff val="0"/>
                <a:alphaOff val="0"/>
                <a:shade val="74000"/>
                <a:satMod val="128000"/>
                <a:lumMod val="100000"/>
              </a:schemeClr>
            </a:gs>
          </a:gsLst>
          <a:lin ang="5400000" scaled="0"/>
        </a:gradFill>
        <a:ln w="9525" cap="flat" cmpd="sng" algn="ctr">
          <a:solidFill>
            <a:schemeClr val="dk2">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5B7FF8E4-4184-482B-80CC-41BDCF40B79B}">
      <dsp:nvSpPr>
        <dsp:cNvPr id="0" name=""/>
        <dsp:cNvSpPr/>
      </dsp:nvSpPr>
      <dsp:spPr>
        <a:xfrm>
          <a:off x="0" y="1126830"/>
          <a:ext cx="1560849" cy="1123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b="1" i="0" kern="1200"/>
            <a:t>Static Code Analysis</a:t>
          </a:r>
          <a:r>
            <a:rPr lang="en-US" sz="1700" b="0" i="0" kern="1200"/>
            <a:t>:</a:t>
          </a:r>
          <a:endParaRPr lang="en-US" sz="1700" kern="1200"/>
        </a:p>
      </dsp:txBody>
      <dsp:txXfrm>
        <a:off x="0" y="1126830"/>
        <a:ext cx="1560849" cy="1123535"/>
      </dsp:txXfrm>
    </dsp:sp>
    <dsp:sp modelId="{3ACDF4DB-F1D5-4F25-AB1C-61DE4171B340}">
      <dsp:nvSpPr>
        <dsp:cNvPr id="0" name=""/>
        <dsp:cNvSpPr/>
      </dsp:nvSpPr>
      <dsp:spPr>
        <a:xfrm>
          <a:off x="1677912" y="1152944"/>
          <a:ext cx="6126332" cy="5222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0" i="0" kern="1200"/>
            <a:t>Tools can analyze code without executing it to find potential bugs and vulnerabilities.</a:t>
          </a:r>
          <a:endParaRPr lang="en-US" sz="1600" kern="1200"/>
        </a:p>
      </dsp:txBody>
      <dsp:txXfrm>
        <a:off x="1677912" y="1152944"/>
        <a:ext cx="6126332" cy="522268"/>
      </dsp:txXfrm>
    </dsp:sp>
    <dsp:sp modelId="{1E36A88A-811C-499E-9CEA-389837FC13D7}">
      <dsp:nvSpPr>
        <dsp:cNvPr id="0" name=""/>
        <dsp:cNvSpPr/>
      </dsp:nvSpPr>
      <dsp:spPr>
        <a:xfrm>
          <a:off x="1560848" y="1675212"/>
          <a:ext cx="6243396" cy="0"/>
        </a:xfrm>
        <a:prstGeom prst="line">
          <a:avLst/>
        </a:prstGeom>
        <a:solidFill>
          <a:schemeClr val="dk2">
            <a:hueOff val="0"/>
            <a:satOff val="0"/>
            <a:lumOff val="0"/>
            <a:alphaOff val="0"/>
          </a:schemeClr>
        </a:solidFill>
        <a:ln w="15875" cap="flat" cmpd="sng" algn="ctr">
          <a:solidFill>
            <a:schemeClr val="dk2">
              <a:tint val="50000"/>
              <a:hueOff val="0"/>
              <a:satOff val="0"/>
              <a:lumOff val="0"/>
              <a:alphaOff val="0"/>
            </a:schemeClr>
          </a:solidFill>
          <a:prstDash val="solid"/>
        </a:ln>
        <a:effectLst/>
      </dsp:spPr>
      <dsp:style>
        <a:lnRef idx="2">
          <a:scrgbClr r="0" g="0" b="0"/>
        </a:lnRef>
        <a:fillRef idx="1">
          <a:scrgbClr r="0" g="0" b="0"/>
        </a:fillRef>
        <a:effectRef idx="1">
          <a:scrgbClr r="0" g="0" b="0"/>
        </a:effectRef>
        <a:fontRef idx="minor"/>
      </dsp:style>
    </dsp:sp>
    <dsp:sp modelId="{9582C4EA-E9AB-4BD5-AD9F-219F6ABEDF52}">
      <dsp:nvSpPr>
        <dsp:cNvPr id="0" name=""/>
        <dsp:cNvSpPr/>
      </dsp:nvSpPr>
      <dsp:spPr>
        <a:xfrm>
          <a:off x="1677912" y="1701326"/>
          <a:ext cx="6126332" cy="5222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0" i="0" kern="1200"/>
            <a:t>Examples of static code analysis tools include ESLint (JavaScript), Pylint (Python), and SonarQube (multiple languages).</a:t>
          </a:r>
          <a:endParaRPr lang="en-US" sz="1600" kern="1200"/>
        </a:p>
      </dsp:txBody>
      <dsp:txXfrm>
        <a:off x="1677912" y="1701326"/>
        <a:ext cx="6126332" cy="522268"/>
      </dsp:txXfrm>
    </dsp:sp>
    <dsp:sp modelId="{D8D1351B-CF54-4DA2-AE17-60D972A10A58}">
      <dsp:nvSpPr>
        <dsp:cNvPr id="0" name=""/>
        <dsp:cNvSpPr/>
      </dsp:nvSpPr>
      <dsp:spPr>
        <a:xfrm>
          <a:off x="1560848" y="2223594"/>
          <a:ext cx="6243396" cy="0"/>
        </a:xfrm>
        <a:prstGeom prst="line">
          <a:avLst/>
        </a:prstGeom>
        <a:solidFill>
          <a:schemeClr val="dk2">
            <a:hueOff val="0"/>
            <a:satOff val="0"/>
            <a:lumOff val="0"/>
            <a:alphaOff val="0"/>
          </a:schemeClr>
        </a:solidFill>
        <a:ln w="15875" cap="flat" cmpd="sng" algn="ctr">
          <a:solidFill>
            <a:schemeClr val="dk2">
              <a:tint val="50000"/>
              <a:hueOff val="0"/>
              <a:satOff val="0"/>
              <a:lumOff val="0"/>
              <a:alphaOff val="0"/>
            </a:schemeClr>
          </a:solidFill>
          <a:prstDash val="solid"/>
        </a:ln>
        <a:effectLst/>
      </dsp:spPr>
      <dsp:style>
        <a:lnRef idx="2">
          <a:scrgbClr r="0" g="0" b="0"/>
        </a:lnRef>
        <a:fillRef idx="1">
          <a:scrgbClr r="0" g="0" b="0"/>
        </a:fillRef>
        <a:effectRef idx="1">
          <a:scrgbClr r="0" g="0" b="0"/>
        </a:effectRef>
        <a:fontRef idx="minor"/>
      </dsp:style>
    </dsp:sp>
    <dsp:sp modelId="{99E161E9-B2ED-454E-9CD3-1ABD9AE0F804}">
      <dsp:nvSpPr>
        <dsp:cNvPr id="0" name=""/>
        <dsp:cNvSpPr/>
      </dsp:nvSpPr>
      <dsp:spPr>
        <a:xfrm>
          <a:off x="0" y="2250366"/>
          <a:ext cx="7804245" cy="0"/>
        </a:xfrm>
        <a:prstGeom prst="line">
          <a:avLst/>
        </a:prstGeom>
        <a:gradFill rotWithShape="0">
          <a:gsLst>
            <a:gs pos="0">
              <a:schemeClr val="dk2">
                <a:hueOff val="0"/>
                <a:satOff val="0"/>
                <a:lumOff val="0"/>
                <a:alphaOff val="0"/>
                <a:tint val="94000"/>
                <a:satMod val="105000"/>
                <a:lumMod val="102000"/>
              </a:schemeClr>
            </a:gs>
            <a:gs pos="100000">
              <a:schemeClr val="dk2">
                <a:hueOff val="0"/>
                <a:satOff val="0"/>
                <a:lumOff val="0"/>
                <a:alphaOff val="0"/>
                <a:shade val="74000"/>
                <a:satMod val="128000"/>
                <a:lumMod val="100000"/>
              </a:schemeClr>
            </a:gs>
          </a:gsLst>
          <a:lin ang="5400000" scaled="0"/>
        </a:gradFill>
        <a:ln w="9525" cap="flat" cmpd="sng" algn="ctr">
          <a:solidFill>
            <a:schemeClr val="dk2">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FC938433-5F22-4373-BEE3-5B2A8F2E68A6}">
      <dsp:nvSpPr>
        <dsp:cNvPr id="0" name=""/>
        <dsp:cNvSpPr/>
      </dsp:nvSpPr>
      <dsp:spPr>
        <a:xfrm>
          <a:off x="0" y="2250366"/>
          <a:ext cx="1560849" cy="1123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b="1" i="0" kern="1200" dirty="0"/>
            <a:t>Code Quality Assurance</a:t>
          </a:r>
          <a:r>
            <a:rPr lang="en-US" sz="1700" b="0" i="0" kern="1200" dirty="0"/>
            <a:t>:</a:t>
          </a:r>
          <a:endParaRPr lang="en-US" sz="1700" kern="1200" dirty="0"/>
        </a:p>
      </dsp:txBody>
      <dsp:txXfrm>
        <a:off x="0" y="2250366"/>
        <a:ext cx="1560849" cy="1123535"/>
      </dsp:txXfrm>
    </dsp:sp>
    <dsp:sp modelId="{E6C4449F-CF90-4A11-B8A6-6995D6CA9305}">
      <dsp:nvSpPr>
        <dsp:cNvPr id="0" name=""/>
        <dsp:cNvSpPr/>
      </dsp:nvSpPr>
      <dsp:spPr>
        <a:xfrm>
          <a:off x="1677912" y="2276480"/>
          <a:ext cx="6126332" cy="5222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0" i="0" kern="1200"/>
            <a:t>GenAI can highlight areas for improvement, such as code duplication, complexity issues, and non-adherence to coding standards.</a:t>
          </a:r>
          <a:endParaRPr lang="en-US" sz="1600" kern="1200"/>
        </a:p>
      </dsp:txBody>
      <dsp:txXfrm>
        <a:off x="1677912" y="2276480"/>
        <a:ext cx="6126332" cy="522268"/>
      </dsp:txXfrm>
    </dsp:sp>
    <dsp:sp modelId="{EF6C0C64-9367-4E5C-9CE0-07ABD9D1F38C}">
      <dsp:nvSpPr>
        <dsp:cNvPr id="0" name=""/>
        <dsp:cNvSpPr/>
      </dsp:nvSpPr>
      <dsp:spPr>
        <a:xfrm>
          <a:off x="1560848" y="2798748"/>
          <a:ext cx="6243396" cy="0"/>
        </a:xfrm>
        <a:prstGeom prst="line">
          <a:avLst/>
        </a:prstGeom>
        <a:solidFill>
          <a:schemeClr val="dk2">
            <a:hueOff val="0"/>
            <a:satOff val="0"/>
            <a:lumOff val="0"/>
            <a:alphaOff val="0"/>
          </a:schemeClr>
        </a:solidFill>
        <a:ln w="15875" cap="flat" cmpd="sng" algn="ctr">
          <a:solidFill>
            <a:schemeClr val="dk2">
              <a:tint val="50000"/>
              <a:hueOff val="0"/>
              <a:satOff val="0"/>
              <a:lumOff val="0"/>
              <a:alphaOff val="0"/>
            </a:schemeClr>
          </a:solidFill>
          <a:prstDash val="solid"/>
        </a:ln>
        <a:effectLst/>
      </dsp:spPr>
      <dsp:style>
        <a:lnRef idx="2">
          <a:scrgbClr r="0" g="0" b="0"/>
        </a:lnRef>
        <a:fillRef idx="1">
          <a:scrgbClr r="0" g="0" b="0"/>
        </a:fillRef>
        <a:effectRef idx="1">
          <a:scrgbClr r="0" g="0" b="0"/>
        </a:effectRef>
        <a:fontRef idx="minor"/>
      </dsp:style>
    </dsp:sp>
    <dsp:sp modelId="{8724218C-1AB3-4818-84CC-F8A88003CD55}">
      <dsp:nvSpPr>
        <dsp:cNvPr id="0" name=""/>
        <dsp:cNvSpPr/>
      </dsp:nvSpPr>
      <dsp:spPr>
        <a:xfrm>
          <a:off x="1677912" y="2824862"/>
          <a:ext cx="6126332" cy="5222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0" i="0" kern="1200"/>
            <a:t>Incorporating AI into code reviews can expedite the review process and enhance code quality.</a:t>
          </a:r>
          <a:endParaRPr lang="en-US" sz="1600" kern="1200"/>
        </a:p>
      </dsp:txBody>
      <dsp:txXfrm>
        <a:off x="1677912" y="2824862"/>
        <a:ext cx="6126332" cy="522268"/>
      </dsp:txXfrm>
    </dsp:sp>
    <dsp:sp modelId="{83AC14A7-848E-45B7-89DF-2B0B16022F7D}">
      <dsp:nvSpPr>
        <dsp:cNvPr id="0" name=""/>
        <dsp:cNvSpPr/>
      </dsp:nvSpPr>
      <dsp:spPr>
        <a:xfrm>
          <a:off x="1560848" y="3347130"/>
          <a:ext cx="6243396" cy="0"/>
        </a:xfrm>
        <a:prstGeom prst="line">
          <a:avLst/>
        </a:prstGeom>
        <a:solidFill>
          <a:schemeClr val="dk2">
            <a:hueOff val="0"/>
            <a:satOff val="0"/>
            <a:lumOff val="0"/>
            <a:alphaOff val="0"/>
          </a:schemeClr>
        </a:solidFill>
        <a:ln w="15875" cap="flat" cmpd="sng" algn="ctr">
          <a:solidFill>
            <a:schemeClr val="dk2">
              <a:tint val="50000"/>
              <a:hueOff val="0"/>
              <a:satOff val="0"/>
              <a:lumOff val="0"/>
              <a:alphaOff val="0"/>
            </a:schemeClr>
          </a:solidFill>
          <a:prstDash val="solid"/>
        </a:ln>
        <a:effectLst/>
      </dsp:spPr>
      <dsp:style>
        <a:lnRef idx="2">
          <a:scrgbClr r="0" g="0" b="0"/>
        </a:lnRef>
        <a:fillRef idx="1">
          <a:scrgbClr r="0" g="0" b="0"/>
        </a:fillRef>
        <a:effectRef idx="1">
          <a:scrgbClr r="0" g="0" b="0"/>
        </a:effectRef>
        <a:fontRef idx="minor"/>
      </dsp:style>
    </dsp:sp>
    <dsp:sp modelId="{24B19F92-79CE-472D-8CC5-A7FA21AA6EB4}">
      <dsp:nvSpPr>
        <dsp:cNvPr id="0" name=""/>
        <dsp:cNvSpPr/>
      </dsp:nvSpPr>
      <dsp:spPr>
        <a:xfrm>
          <a:off x="0" y="3373902"/>
          <a:ext cx="7804245" cy="0"/>
        </a:xfrm>
        <a:prstGeom prst="line">
          <a:avLst/>
        </a:prstGeom>
        <a:gradFill rotWithShape="0">
          <a:gsLst>
            <a:gs pos="0">
              <a:schemeClr val="dk2">
                <a:hueOff val="0"/>
                <a:satOff val="0"/>
                <a:lumOff val="0"/>
                <a:alphaOff val="0"/>
                <a:tint val="94000"/>
                <a:satMod val="105000"/>
                <a:lumMod val="102000"/>
              </a:schemeClr>
            </a:gs>
            <a:gs pos="100000">
              <a:schemeClr val="dk2">
                <a:hueOff val="0"/>
                <a:satOff val="0"/>
                <a:lumOff val="0"/>
                <a:alphaOff val="0"/>
                <a:shade val="74000"/>
                <a:satMod val="128000"/>
                <a:lumMod val="100000"/>
              </a:schemeClr>
            </a:gs>
          </a:gsLst>
          <a:lin ang="5400000" scaled="0"/>
        </a:gradFill>
        <a:ln w="9525" cap="flat" cmpd="sng" algn="ctr">
          <a:solidFill>
            <a:schemeClr val="dk2">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D6087382-746B-47AB-8334-53699D8A680B}">
      <dsp:nvSpPr>
        <dsp:cNvPr id="0" name=""/>
        <dsp:cNvSpPr/>
      </dsp:nvSpPr>
      <dsp:spPr>
        <a:xfrm>
          <a:off x="0" y="3373902"/>
          <a:ext cx="1560849" cy="1123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b="1" i="0" kern="1200"/>
            <a:t>Automated Documentation Generation</a:t>
          </a:r>
          <a:r>
            <a:rPr lang="en-US" sz="1700" b="0" i="0" kern="1200"/>
            <a:t>:</a:t>
          </a:r>
          <a:endParaRPr lang="en-US" sz="1700" kern="1200"/>
        </a:p>
      </dsp:txBody>
      <dsp:txXfrm>
        <a:off x="0" y="3373902"/>
        <a:ext cx="1560849" cy="1123535"/>
      </dsp:txXfrm>
    </dsp:sp>
    <dsp:sp modelId="{8EED4A1B-7FF5-4870-B078-38B069C82AB3}">
      <dsp:nvSpPr>
        <dsp:cNvPr id="0" name=""/>
        <dsp:cNvSpPr/>
      </dsp:nvSpPr>
      <dsp:spPr>
        <a:xfrm>
          <a:off x="1677912" y="3424922"/>
          <a:ext cx="6126332" cy="10203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0" i="0" kern="1200"/>
            <a:t>It can generate comments and documentation for code segments based on the context, making it easier for developers to understand functionality.</a:t>
          </a:r>
          <a:endParaRPr lang="en-US" sz="1600" kern="1200"/>
        </a:p>
      </dsp:txBody>
      <dsp:txXfrm>
        <a:off x="1677912" y="3424922"/>
        <a:ext cx="6126332" cy="1020398"/>
      </dsp:txXfrm>
    </dsp:sp>
    <dsp:sp modelId="{B218680D-BD05-4AB4-87DE-B6E5B161FD58}">
      <dsp:nvSpPr>
        <dsp:cNvPr id="0" name=""/>
        <dsp:cNvSpPr/>
      </dsp:nvSpPr>
      <dsp:spPr>
        <a:xfrm>
          <a:off x="1560848" y="4445321"/>
          <a:ext cx="6243396" cy="0"/>
        </a:xfrm>
        <a:prstGeom prst="line">
          <a:avLst/>
        </a:prstGeom>
        <a:solidFill>
          <a:schemeClr val="dk2">
            <a:hueOff val="0"/>
            <a:satOff val="0"/>
            <a:lumOff val="0"/>
            <a:alphaOff val="0"/>
          </a:schemeClr>
        </a:solidFill>
        <a:ln w="15875" cap="flat" cmpd="sng" algn="ctr">
          <a:solidFill>
            <a:schemeClr val="dk2">
              <a:tint val="50000"/>
              <a:hueOff val="0"/>
              <a:satOff val="0"/>
              <a:lumOff val="0"/>
              <a:alphaOff val="0"/>
            </a:schemeClr>
          </a:solidFill>
          <a:prstDash val="solid"/>
        </a:ln>
        <a:effectLst/>
      </dsp:spPr>
      <dsp:style>
        <a:lnRef idx="2">
          <a:scrgbClr r="0" g="0" b="0"/>
        </a:lnRef>
        <a:fillRef idx="1">
          <a:scrgbClr r="0" g="0" b="0"/>
        </a:fillRef>
        <a:effectRef idx="1">
          <a:scrgbClr r="0" g="0" b="0"/>
        </a:effectRef>
        <a:fontRef idx="minor"/>
      </dsp:style>
    </dsp:sp>
    <dsp:sp modelId="{FA076209-27D6-4CD1-B57E-0D86B8DB8F2F}">
      <dsp:nvSpPr>
        <dsp:cNvPr id="0" name=""/>
        <dsp:cNvSpPr/>
      </dsp:nvSpPr>
      <dsp:spPr>
        <a:xfrm>
          <a:off x="0" y="4497438"/>
          <a:ext cx="7804245" cy="0"/>
        </a:xfrm>
        <a:prstGeom prst="line">
          <a:avLst/>
        </a:prstGeom>
        <a:gradFill rotWithShape="0">
          <a:gsLst>
            <a:gs pos="0">
              <a:schemeClr val="dk2">
                <a:hueOff val="0"/>
                <a:satOff val="0"/>
                <a:lumOff val="0"/>
                <a:alphaOff val="0"/>
                <a:tint val="94000"/>
                <a:satMod val="105000"/>
                <a:lumMod val="102000"/>
              </a:schemeClr>
            </a:gs>
            <a:gs pos="100000">
              <a:schemeClr val="dk2">
                <a:hueOff val="0"/>
                <a:satOff val="0"/>
                <a:lumOff val="0"/>
                <a:alphaOff val="0"/>
                <a:shade val="74000"/>
                <a:satMod val="128000"/>
                <a:lumMod val="100000"/>
              </a:schemeClr>
            </a:gs>
          </a:gsLst>
          <a:lin ang="5400000" scaled="0"/>
        </a:gradFill>
        <a:ln w="9525" cap="flat" cmpd="sng" algn="ctr">
          <a:solidFill>
            <a:schemeClr val="dk2">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8D1B16E0-49A9-4395-ACDB-17E44A831290}">
      <dsp:nvSpPr>
        <dsp:cNvPr id="0" name=""/>
        <dsp:cNvSpPr/>
      </dsp:nvSpPr>
      <dsp:spPr>
        <a:xfrm>
          <a:off x="0" y="4497438"/>
          <a:ext cx="1560849" cy="1123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b="1" i="0" kern="1200"/>
            <a:t>Code Suggestion and Generation</a:t>
          </a:r>
          <a:r>
            <a:rPr lang="en-US" sz="1700" b="0" i="0" kern="1200"/>
            <a:t>:</a:t>
          </a:r>
          <a:endParaRPr lang="en-US" sz="1700" kern="1200"/>
        </a:p>
      </dsp:txBody>
      <dsp:txXfrm>
        <a:off x="0" y="4497438"/>
        <a:ext cx="1560849" cy="1123535"/>
      </dsp:txXfrm>
    </dsp:sp>
    <dsp:sp modelId="{28C7D421-5C18-4106-8DE7-A5D48925766E}">
      <dsp:nvSpPr>
        <dsp:cNvPr id="0" name=""/>
        <dsp:cNvSpPr/>
      </dsp:nvSpPr>
      <dsp:spPr>
        <a:xfrm>
          <a:off x="1677912" y="4523551"/>
          <a:ext cx="6126332" cy="5222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0" i="0" kern="1200"/>
            <a:t>Developers can get real-time code suggestions and auto-completions, helping to reduce development time.</a:t>
          </a:r>
          <a:endParaRPr lang="en-US" sz="1600" kern="1200"/>
        </a:p>
      </dsp:txBody>
      <dsp:txXfrm>
        <a:off x="1677912" y="4523551"/>
        <a:ext cx="6126332" cy="522268"/>
      </dsp:txXfrm>
    </dsp:sp>
    <dsp:sp modelId="{24A0CDA1-0F86-4944-A524-3C9A72456999}">
      <dsp:nvSpPr>
        <dsp:cNvPr id="0" name=""/>
        <dsp:cNvSpPr/>
      </dsp:nvSpPr>
      <dsp:spPr>
        <a:xfrm>
          <a:off x="1560848" y="5045820"/>
          <a:ext cx="6243396" cy="0"/>
        </a:xfrm>
        <a:prstGeom prst="line">
          <a:avLst/>
        </a:prstGeom>
        <a:solidFill>
          <a:schemeClr val="dk2">
            <a:hueOff val="0"/>
            <a:satOff val="0"/>
            <a:lumOff val="0"/>
            <a:alphaOff val="0"/>
          </a:schemeClr>
        </a:solidFill>
        <a:ln w="15875" cap="flat" cmpd="sng" algn="ctr">
          <a:solidFill>
            <a:schemeClr val="dk2">
              <a:tint val="50000"/>
              <a:hueOff val="0"/>
              <a:satOff val="0"/>
              <a:lumOff val="0"/>
              <a:alphaOff val="0"/>
            </a:schemeClr>
          </a:solidFill>
          <a:prstDash val="solid"/>
        </a:ln>
        <a:effectLst/>
      </dsp:spPr>
      <dsp:style>
        <a:lnRef idx="2">
          <a:scrgbClr r="0" g="0" b="0"/>
        </a:lnRef>
        <a:fillRef idx="1">
          <a:scrgbClr r="0" g="0" b="0"/>
        </a:fillRef>
        <a:effectRef idx="1">
          <a:scrgbClr r="0" g="0" b="0"/>
        </a:effectRef>
        <a:fontRef idx="minor"/>
      </dsp:style>
    </dsp:sp>
    <dsp:sp modelId="{EB914C77-749D-470A-B59E-AAA867C60492}">
      <dsp:nvSpPr>
        <dsp:cNvPr id="0" name=""/>
        <dsp:cNvSpPr/>
      </dsp:nvSpPr>
      <dsp:spPr>
        <a:xfrm>
          <a:off x="1677912" y="5071933"/>
          <a:ext cx="6126332" cy="5222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0" i="0" kern="1200"/>
            <a:t>GenAI can generate boilerplate code or even complete functions based on a user's input.</a:t>
          </a:r>
          <a:endParaRPr lang="en-US" sz="1600" kern="1200"/>
        </a:p>
      </dsp:txBody>
      <dsp:txXfrm>
        <a:off x="1677912" y="5071933"/>
        <a:ext cx="6126332" cy="522268"/>
      </dsp:txXfrm>
    </dsp:sp>
    <dsp:sp modelId="{9299B5B1-47AB-4325-9593-69F1428BF6EB}">
      <dsp:nvSpPr>
        <dsp:cNvPr id="0" name=""/>
        <dsp:cNvSpPr/>
      </dsp:nvSpPr>
      <dsp:spPr>
        <a:xfrm>
          <a:off x="1560848" y="5594202"/>
          <a:ext cx="6243396" cy="0"/>
        </a:xfrm>
        <a:prstGeom prst="line">
          <a:avLst/>
        </a:prstGeom>
        <a:solidFill>
          <a:schemeClr val="dk2">
            <a:hueOff val="0"/>
            <a:satOff val="0"/>
            <a:lumOff val="0"/>
            <a:alphaOff val="0"/>
          </a:schemeClr>
        </a:solidFill>
        <a:ln w="15875" cap="flat" cmpd="sng" algn="ctr">
          <a:solidFill>
            <a:schemeClr val="dk2">
              <a:tint val="50000"/>
              <a:hueOff val="0"/>
              <a:satOff val="0"/>
              <a:lumOff val="0"/>
              <a:alphaOff val="0"/>
            </a:schemeClr>
          </a:solidFill>
          <a:prstDash val="solid"/>
        </a:ln>
        <a:effectLst/>
      </dsp:spPr>
      <dsp:style>
        <a:lnRef idx="2">
          <a:scrgbClr r="0" g="0" b="0"/>
        </a:lnRef>
        <a:fillRef idx="1">
          <a:scrgbClr r="0" g="0" b="0"/>
        </a:fillRef>
        <a:effectRef idx="1">
          <a:scrgbClr r="0" g="0" b="0"/>
        </a:effectRef>
        <a:fontRef idx="minor"/>
      </dsp:style>
    </dsp:sp>
    <dsp:sp modelId="{E4E7A2C0-B1F4-449E-94F0-BD56AF0E3498}">
      <dsp:nvSpPr>
        <dsp:cNvPr id="0" name=""/>
        <dsp:cNvSpPr/>
      </dsp:nvSpPr>
      <dsp:spPr>
        <a:xfrm>
          <a:off x="0" y="5620974"/>
          <a:ext cx="7804245" cy="0"/>
        </a:xfrm>
        <a:prstGeom prst="line">
          <a:avLst/>
        </a:prstGeom>
        <a:gradFill rotWithShape="0">
          <a:gsLst>
            <a:gs pos="0">
              <a:schemeClr val="dk2">
                <a:hueOff val="0"/>
                <a:satOff val="0"/>
                <a:lumOff val="0"/>
                <a:alphaOff val="0"/>
                <a:tint val="94000"/>
                <a:satMod val="105000"/>
                <a:lumMod val="102000"/>
              </a:schemeClr>
            </a:gs>
            <a:gs pos="100000">
              <a:schemeClr val="dk2">
                <a:hueOff val="0"/>
                <a:satOff val="0"/>
                <a:lumOff val="0"/>
                <a:alphaOff val="0"/>
                <a:shade val="74000"/>
                <a:satMod val="128000"/>
                <a:lumMod val="100000"/>
              </a:schemeClr>
            </a:gs>
          </a:gsLst>
          <a:lin ang="5400000" scaled="0"/>
        </a:gradFill>
        <a:ln w="9525" cap="flat" cmpd="sng" algn="ctr">
          <a:solidFill>
            <a:schemeClr val="dk2">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D1AD17F0-63DF-41BA-B973-BE2B7FC7B8B6}">
      <dsp:nvSpPr>
        <dsp:cNvPr id="0" name=""/>
        <dsp:cNvSpPr/>
      </dsp:nvSpPr>
      <dsp:spPr>
        <a:xfrm>
          <a:off x="0" y="5620974"/>
          <a:ext cx="1560849" cy="1123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b="1" i="0" kern="1200"/>
            <a:t>Learning and Adaptation</a:t>
          </a:r>
          <a:r>
            <a:rPr lang="en-US" sz="1700" b="0" i="0" kern="1200"/>
            <a:t>:</a:t>
          </a:r>
          <a:endParaRPr lang="en-US" sz="1700" kern="1200"/>
        </a:p>
      </dsp:txBody>
      <dsp:txXfrm>
        <a:off x="0" y="5620974"/>
        <a:ext cx="1560849" cy="1123535"/>
      </dsp:txXfrm>
    </dsp:sp>
    <dsp:sp modelId="{363F0B3D-E693-4882-82F5-C8FF9346CEFD}">
      <dsp:nvSpPr>
        <dsp:cNvPr id="0" name=""/>
        <dsp:cNvSpPr/>
      </dsp:nvSpPr>
      <dsp:spPr>
        <a:xfrm>
          <a:off x="1677912" y="5671994"/>
          <a:ext cx="6126332" cy="10203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0" i="0" kern="1200"/>
            <a:t>GenAI tools can learn from the existing codebase and adapt to the coding style of a team over time, making suggestions that align with a specific project's conventions.</a:t>
          </a:r>
          <a:endParaRPr lang="en-US" sz="1600" kern="1200"/>
        </a:p>
      </dsp:txBody>
      <dsp:txXfrm>
        <a:off x="1677912" y="5671994"/>
        <a:ext cx="6126332" cy="1020398"/>
      </dsp:txXfrm>
    </dsp:sp>
    <dsp:sp modelId="{F942418C-19DB-4040-B619-E41921B5E4D2}">
      <dsp:nvSpPr>
        <dsp:cNvPr id="0" name=""/>
        <dsp:cNvSpPr/>
      </dsp:nvSpPr>
      <dsp:spPr>
        <a:xfrm>
          <a:off x="1560848" y="6692393"/>
          <a:ext cx="6243396" cy="0"/>
        </a:xfrm>
        <a:prstGeom prst="line">
          <a:avLst/>
        </a:prstGeom>
        <a:solidFill>
          <a:schemeClr val="dk2">
            <a:hueOff val="0"/>
            <a:satOff val="0"/>
            <a:lumOff val="0"/>
            <a:alphaOff val="0"/>
          </a:schemeClr>
        </a:solidFill>
        <a:ln w="15875" cap="flat" cmpd="sng" algn="ctr">
          <a:solidFill>
            <a:schemeClr val="dk2">
              <a:tint val="50000"/>
              <a:hueOff val="0"/>
              <a:satOff val="0"/>
              <a:lumOff val="0"/>
              <a:alphaOff val="0"/>
            </a:schemeClr>
          </a:solidFill>
          <a:prstDash val="solid"/>
        </a:ln>
        <a:effectLst/>
      </dsp:spPr>
      <dsp:style>
        <a:lnRef idx="2">
          <a:scrgbClr r="0" g="0" b="0"/>
        </a:lnRef>
        <a:fillRef idx="1">
          <a:scrgbClr r="0" g="0" b="0"/>
        </a:fillRef>
        <a:effectRef idx="1">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FB2DD0-9822-4273-BAF8-3FCA6D1B0CA5}">
      <dsp:nvSpPr>
        <dsp:cNvPr id="0" name=""/>
        <dsp:cNvSpPr/>
      </dsp:nvSpPr>
      <dsp:spPr>
        <a:xfrm>
          <a:off x="0" y="2077"/>
          <a:ext cx="6692748" cy="0"/>
        </a:xfrm>
        <a:prstGeom prst="line">
          <a:avLst/>
        </a:prstGeom>
        <a:gradFill rotWithShape="0">
          <a:gsLst>
            <a:gs pos="0">
              <a:schemeClr val="accent2">
                <a:hueOff val="0"/>
                <a:satOff val="0"/>
                <a:lumOff val="0"/>
                <a:alphaOff val="0"/>
                <a:tint val="94000"/>
                <a:satMod val="105000"/>
                <a:lumMod val="102000"/>
              </a:schemeClr>
            </a:gs>
            <a:gs pos="100000">
              <a:schemeClr val="accent2">
                <a:hueOff val="0"/>
                <a:satOff val="0"/>
                <a:lumOff val="0"/>
                <a:alphaOff val="0"/>
                <a:shade val="74000"/>
                <a:satMod val="128000"/>
                <a:lumMod val="100000"/>
              </a:schemeClr>
            </a:gs>
          </a:gsLst>
          <a:lin ang="5400000" scaled="0"/>
        </a:gradFill>
        <a:ln w="9525" cap="flat" cmpd="sng" algn="ctr">
          <a:solidFill>
            <a:schemeClr val="accent2">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FED65DDB-5277-47BA-947C-2C84142FBC5A}">
      <dsp:nvSpPr>
        <dsp:cNvPr id="0" name=""/>
        <dsp:cNvSpPr/>
      </dsp:nvSpPr>
      <dsp:spPr>
        <a:xfrm>
          <a:off x="0" y="2077"/>
          <a:ext cx="6692748" cy="7084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US" sz="1500" b="0" i="0" kern="1200" dirty="0"/>
            <a:t>Focus on the most resource-intensive parts of your code (using profiling).</a:t>
          </a:r>
          <a:endParaRPr lang="en-US" sz="1500" kern="1200" dirty="0"/>
        </a:p>
      </dsp:txBody>
      <dsp:txXfrm>
        <a:off x="0" y="2077"/>
        <a:ext cx="6692748" cy="708478"/>
      </dsp:txXfrm>
    </dsp:sp>
    <dsp:sp modelId="{31FC533B-E4B1-4107-A936-EBE027B90287}">
      <dsp:nvSpPr>
        <dsp:cNvPr id="0" name=""/>
        <dsp:cNvSpPr/>
      </dsp:nvSpPr>
      <dsp:spPr>
        <a:xfrm>
          <a:off x="0" y="710555"/>
          <a:ext cx="6692748" cy="0"/>
        </a:xfrm>
        <a:prstGeom prst="line">
          <a:avLst/>
        </a:prstGeom>
        <a:gradFill rotWithShape="0">
          <a:gsLst>
            <a:gs pos="0">
              <a:schemeClr val="accent2">
                <a:hueOff val="-293806"/>
                <a:satOff val="-6499"/>
                <a:lumOff val="-1294"/>
                <a:alphaOff val="0"/>
                <a:tint val="94000"/>
                <a:satMod val="105000"/>
                <a:lumMod val="102000"/>
              </a:schemeClr>
            </a:gs>
            <a:gs pos="100000">
              <a:schemeClr val="accent2">
                <a:hueOff val="-293806"/>
                <a:satOff val="-6499"/>
                <a:lumOff val="-1294"/>
                <a:alphaOff val="0"/>
                <a:shade val="74000"/>
                <a:satMod val="128000"/>
                <a:lumMod val="100000"/>
              </a:schemeClr>
            </a:gs>
          </a:gsLst>
          <a:lin ang="5400000" scaled="0"/>
        </a:gradFill>
        <a:ln w="9525" cap="flat" cmpd="sng" algn="ctr">
          <a:solidFill>
            <a:schemeClr val="accent2">
              <a:hueOff val="-293806"/>
              <a:satOff val="-6499"/>
              <a:lumOff val="-1294"/>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04D2928A-C78C-4EA0-B95C-3B2311834916}">
      <dsp:nvSpPr>
        <dsp:cNvPr id="0" name=""/>
        <dsp:cNvSpPr/>
      </dsp:nvSpPr>
      <dsp:spPr>
        <a:xfrm>
          <a:off x="0" y="710555"/>
          <a:ext cx="6692748" cy="7084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US" sz="1500" b="0" i="0" kern="1200"/>
            <a:t>Always maintain code readability alongside performance—optimized code shouldn't be cryptic.</a:t>
          </a:r>
          <a:endParaRPr lang="en-US" sz="1500" kern="1200"/>
        </a:p>
      </dsp:txBody>
      <dsp:txXfrm>
        <a:off x="0" y="710555"/>
        <a:ext cx="6692748" cy="708478"/>
      </dsp:txXfrm>
    </dsp:sp>
    <dsp:sp modelId="{0ECAA352-05ED-40DB-B204-06E48B774C81}">
      <dsp:nvSpPr>
        <dsp:cNvPr id="0" name=""/>
        <dsp:cNvSpPr/>
      </dsp:nvSpPr>
      <dsp:spPr>
        <a:xfrm>
          <a:off x="0" y="1419033"/>
          <a:ext cx="6692748" cy="0"/>
        </a:xfrm>
        <a:prstGeom prst="line">
          <a:avLst/>
        </a:prstGeom>
        <a:gradFill rotWithShape="0">
          <a:gsLst>
            <a:gs pos="0">
              <a:schemeClr val="accent2">
                <a:hueOff val="-587612"/>
                <a:satOff val="-12998"/>
                <a:lumOff val="-2588"/>
                <a:alphaOff val="0"/>
                <a:tint val="94000"/>
                <a:satMod val="105000"/>
                <a:lumMod val="102000"/>
              </a:schemeClr>
            </a:gs>
            <a:gs pos="100000">
              <a:schemeClr val="accent2">
                <a:hueOff val="-587612"/>
                <a:satOff val="-12998"/>
                <a:lumOff val="-2588"/>
                <a:alphaOff val="0"/>
                <a:shade val="74000"/>
                <a:satMod val="128000"/>
                <a:lumMod val="100000"/>
              </a:schemeClr>
            </a:gs>
          </a:gsLst>
          <a:lin ang="5400000" scaled="0"/>
        </a:gradFill>
        <a:ln w="9525" cap="flat" cmpd="sng" algn="ctr">
          <a:solidFill>
            <a:schemeClr val="accent2">
              <a:hueOff val="-587612"/>
              <a:satOff val="-12998"/>
              <a:lumOff val="-2588"/>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0BF5D6B2-737B-4FD8-968A-052D9C1210D4}">
      <dsp:nvSpPr>
        <dsp:cNvPr id="0" name=""/>
        <dsp:cNvSpPr/>
      </dsp:nvSpPr>
      <dsp:spPr>
        <a:xfrm>
          <a:off x="0" y="1419033"/>
          <a:ext cx="6692748" cy="7084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US" sz="1500" b="0" i="0" kern="1200"/>
            <a:t>Use AI tools not just for the optimization itself but also for ongoing code quality monitoring and suggestions.</a:t>
          </a:r>
          <a:endParaRPr lang="en-US" sz="1500" kern="1200"/>
        </a:p>
      </dsp:txBody>
      <dsp:txXfrm>
        <a:off x="0" y="1419033"/>
        <a:ext cx="6692748" cy="708478"/>
      </dsp:txXfrm>
    </dsp:sp>
    <dsp:sp modelId="{A771062F-72D9-449B-9E6A-42639DC3B487}">
      <dsp:nvSpPr>
        <dsp:cNvPr id="0" name=""/>
        <dsp:cNvSpPr/>
      </dsp:nvSpPr>
      <dsp:spPr>
        <a:xfrm>
          <a:off x="0" y="2127512"/>
          <a:ext cx="6692748" cy="0"/>
        </a:xfrm>
        <a:prstGeom prst="line">
          <a:avLst/>
        </a:prstGeom>
        <a:gradFill rotWithShape="0">
          <a:gsLst>
            <a:gs pos="0">
              <a:schemeClr val="accent2">
                <a:hueOff val="-881419"/>
                <a:satOff val="-19497"/>
                <a:lumOff val="-3882"/>
                <a:alphaOff val="0"/>
                <a:tint val="94000"/>
                <a:satMod val="105000"/>
                <a:lumMod val="102000"/>
              </a:schemeClr>
            </a:gs>
            <a:gs pos="100000">
              <a:schemeClr val="accent2">
                <a:hueOff val="-881419"/>
                <a:satOff val="-19497"/>
                <a:lumOff val="-3882"/>
                <a:alphaOff val="0"/>
                <a:shade val="74000"/>
                <a:satMod val="128000"/>
                <a:lumMod val="100000"/>
              </a:schemeClr>
            </a:gs>
          </a:gsLst>
          <a:lin ang="5400000" scaled="0"/>
        </a:gradFill>
        <a:ln w="9525" cap="flat" cmpd="sng" algn="ctr">
          <a:solidFill>
            <a:schemeClr val="accent2">
              <a:hueOff val="-881419"/>
              <a:satOff val="-19497"/>
              <a:lumOff val="-3882"/>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CABAA9D1-880C-4D1E-BF23-1791271E8AE9}">
      <dsp:nvSpPr>
        <dsp:cNvPr id="0" name=""/>
        <dsp:cNvSpPr/>
      </dsp:nvSpPr>
      <dsp:spPr>
        <a:xfrm>
          <a:off x="0" y="2127512"/>
          <a:ext cx="6692748" cy="7084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US" sz="1500" b="0" i="0" kern="1200"/>
            <a:t>Document your changes, explaining the reasoning behind optimizations for future reference.</a:t>
          </a:r>
          <a:endParaRPr lang="en-US" sz="1500" kern="1200"/>
        </a:p>
      </dsp:txBody>
      <dsp:txXfrm>
        <a:off x="0" y="2127512"/>
        <a:ext cx="6692748" cy="708478"/>
      </dsp:txXfrm>
    </dsp:sp>
    <dsp:sp modelId="{8573E8E0-BF49-4B92-8540-7D115F90B509}">
      <dsp:nvSpPr>
        <dsp:cNvPr id="0" name=""/>
        <dsp:cNvSpPr/>
      </dsp:nvSpPr>
      <dsp:spPr>
        <a:xfrm>
          <a:off x="0" y="2835990"/>
          <a:ext cx="6692748" cy="0"/>
        </a:xfrm>
        <a:prstGeom prst="line">
          <a:avLst/>
        </a:prstGeom>
        <a:gradFill rotWithShape="0">
          <a:gsLst>
            <a:gs pos="0">
              <a:schemeClr val="accent2">
                <a:hueOff val="-1175225"/>
                <a:satOff val="-25996"/>
                <a:lumOff val="-5176"/>
                <a:alphaOff val="0"/>
                <a:tint val="94000"/>
                <a:satMod val="105000"/>
                <a:lumMod val="102000"/>
              </a:schemeClr>
            </a:gs>
            <a:gs pos="100000">
              <a:schemeClr val="accent2">
                <a:hueOff val="-1175225"/>
                <a:satOff val="-25996"/>
                <a:lumOff val="-5176"/>
                <a:alphaOff val="0"/>
                <a:shade val="74000"/>
                <a:satMod val="128000"/>
                <a:lumMod val="100000"/>
              </a:schemeClr>
            </a:gs>
          </a:gsLst>
          <a:lin ang="5400000" scaled="0"/>
        </a:gradFill>
        <a:ln w="9525" cap="flat" cmpd="sng" algn="ctr">
          <a:solidFill>
            <a:schemeClr val="accent2">
              <a:hueOff val="-1175225"/>
              <a:satOff val="-25996"/>
              <a:lumOff val="-5176"/>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C3926C58-FDAC-4C1A-AE94-012C750B83A3}">
      <dsp:nvSpPr>
        <dsp:cNvPr id="0" name=""/>
        <dsp:cNvSpPr/>
      </dsp:nvSpPr>
      <dsp:spPr>
        <a:xfrm>
          <a:off x="0" y="2835990"/>
          <a:ext cx="6692748" cy="7084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US" sz="1500" b="1" i="0" kern="1200"/>
            <a:t>Conclusion</a:t>
          </a:r>
          <a:endParaRPr lang="en-US" sz="1500" kern="1200"/>
        </a:p>
      </dsp:txBody>
      <dsp:txXfrm>
        <a:off x="0" y="2835990"/>
        <a:ext cx="6692748" cy="708478"/>
      </dsp:txXfrm>
    </dsp:sp>
    <dsp:sp modelId="{84472397-C15F-4ED8-A76F-4128C6305EF3}">
      <dsp:nvSpPr>
        <dsp:cNvPr id="0" name=""/>
        <dsp:cNvSpPr/>
      </dsp:nvSpPr>
      <dsp:spPr>
        <a:xfrm>
          <a:off x="0" y="3544468"/>
          <a:ext cx="6692748" cy="0"/>
        </a:xfrm>
        <a:prstGeom prst="line">
          <a:avLst/>
        </a:prstGeom>
        <a:gradFill rotWithShape="0">
          <a:gsLst>
            <a:gs pos="0">
              <a:schemeClr val="accent2">
                <a:hueOff val="-1469031"/>
                <a:satOff val="-32495"/>
                <a:lumOff val="-6470"/>
                <a:alphaOff val="0"/>
                <a:tint val="94000"/>
                <a:satMod val="105000"/>
                <a:lumMod val="102000"/>
              </a:schemeClr>
            </a:gs>
            <a:gs pos="100000">
              <a:schemeClr val="accent2">
                <a:hueOff val="-1469031"/>
                <a:satOff val="-32495"/>
                <a:lumOff val="-6470"/>
                <a:alphaOff val="0"/>
                <a:shade val="74000"/>
                <a:satMod val="128000"/>
                <a:lumMod val="100000"/>
              </a:schemeClr>
            </a:gs>
          </a:gsLst>
          <a:lin ang="5400000" scaled="0"/>
        </a:gradFill>
        <a:ln w="9525" cap="flat" cmpd="sng" algn="ctr">
          <a:solidFill>
            <a:schemeClr val="accent2">
              <a:hueOff val="-1469031"/>
              <a:satOff val="-32495"/>
              <a:lumOff val="-647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9EDF110F-DDF3-4F9B-9B3B-A92DA5FC2C8F}">
      <dsp:nvSpPr>
        <dsp:cNvPr id="0" name=""/>
        <dsp:cNvSpPr/>
      </dsp:nvSpPr>
      <dsp:spPr>
        <a:xfrm>
          <a:off x="0" y="3544468"/>
          <a:ext cx="6692748" cy="7084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US" sz="1500" b="0" i="0" kern="1200"/>
            <a:t>Optimizing code is a continuous process, and using AI tools can significantly enhance the efficiency and maintainability of your software. By following the above steps, you can systematically improve your codebase, harnessing the power of AI where possible.</a:t>
          </a:r>
          <a:endParaRPr lang="en-US" sz="1500" kern="1200"/>
        </a:p>
      </dsp:txBody>
      <dsp:txXfrm>
        <a:off x="0" y="3544468"/>
        <a:ext cx="6692748" cy="708478"/>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A75990-A4A1-4DDE-AA8D-73E60A452DD0}" type="datetimeFigureOut">
              <a:rPr lang="en-US" smtClean="0"/>
              <a:t>10/23/2024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75CD8D-B1D9-4658-A4F0-38CA8D83ED5D}" type="slidenum">
              <a:rPr lang="en-US" smtClean="0"/>
              <a:t>‹#›</a:t>
            </a:fld>
            <a:endParaRPr lang="en-US" dirty="0"/>
          </a:p>
        </p:txBody>
      </p:sp>
    </p:spTree>
    <p:extLst>
      <p:ext uri="{BB962C8B-B14F-4D97-AF65-F5344CB8AC3E}">
        <p14:creationId xmlns:p14="http://schemas.microsoft.com/office/powerpoint/2010/main" val="38309802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275CD8D-B1D9-4658-A4F0-38CA8D83ED5D}" type="slidenum">
              <a:rPr lang="en-US" smtClean="0"/>
              <a:t>10</a:t>
            </a:fld>
            <a:endParaRPr lang="en-US" dirty="0"/>
          </a:p>
        </p:txBody>
      </p:sp>
    </p:spTree>
    <p:extLst>
      <p:ext uri="{BB962C8B-B14F-4D97-AF65-F5344CB8AC3E}">
        <p14:creationId xmlns:p14="http://schemas.microsoft.com/office/powerpoint/2010/main" val="231918519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7077511" y="5410201"/>
            <a:ext cx="2743200" cy="365125"/>
          </a:xfrm>
        </p:spPr>
        <p:txBody>
          <a:bodyPr/>
          <a:lstStyle/>
          <a:p>
            <a:fld id="{808C238F-B856-42A4-BC32-194DCC130D5F}" type="datetime1">
              <a:rPr lang="en-US" smtClean="0"/>
              <a:t>10/23/2024</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2C1CB5-A088-4DB4-8A5C-B084F9B2B528}" type="datetime1">
              <a:rPr lang="en-US" smtClean="0"/>
              <a:t>10/23/2024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3C1328-ADC8-435B-8F5C-D339CD9DD487}" type="datetime1">
              <a:rPr lang="en-US" smtClean="0"/>
              <a:t>10/23/2024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0256410-64C5-4311-8359-FDA6B61ABBAE}" type="datetime1">
              <a:rPr lang="en-US" smtClean="0"/>
              <a:t>10/23/2024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018B01E-6E1B-4AFC-A690-27C447C9486E}" type="datetime1">
              <a:rPr lang="en-US" smtClean="0"/>
              <a:t>10/23/2024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852F3D2-503A-4E49-99AD-125A054E178F}" type="datetime1">
              <a:rPr lang="en-US" smtClean="0"/>
              <a:t>10/23/2024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7166207-223C-48E4-AE22-548ABC801447}" type="datetime1">
              <a:rPr lang="en-US" smtClean="0"/>
              <a:t>10/23/2024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4941151-B38C-4230-91F0-8A3BB69A056C}" type="datetime1">
              <a:rPr lang="en-US" smtClean="0"/>
              <a:t>10/23/2024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3F6EA29-EE45-46F5-8084-6929433FA14E}" type="datetime1">
              <a:rPr lang="en-US" smtClean="0"/>
              <a:t>10/23/2024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4872680-3826-48D8-A0B9-F293E3A564DD}" type="datetime1">
              <a:rPr lang="en-US" smtClean="0"/>
              <a:t>10/23/2024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FC0F02A-B435-4587-AE10-6A02865845FD}" type="datetime1">
              <a:rPr lang="en-US" smtClean="0"/>
              <a:t>10/23/2024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EDF27A1-9C29-4918-BA16-87149545F673}" type="datetime1">
              <a:rPr lang="en-US" smtClean="0"/>
              <a:t>10/23/2024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7EEE601-4D27-49FF-B099-2799466F7EDA}" type="datetime1">
              <a:rPr lang="en-US" smtClean="0"/>
              <a:t>10/23/2024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4E52469-603F-4B0F-8F23-6B2B143D5424}" type="datetime1">
              <a:rPr lang="en-US" smtClean="0"/>
              <a:t>10/23/2024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D7781E0-05FC-475E-A14D-85EF9B55E67B}" type="datetime1">
              <a:rPr lang="en-US" smtClean="0"/>
              <a:t>10/23/2024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8D02C8-8352-4A2E-A3CD-139A8583C932}" type="datetime1">
              <a:rPr lang="en-US" smtClean="0"/>
              <a:t>10/23/2024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F680581-4B77-41E9-BE55-C3C9C3900A2A}" type="datetime1">
              <a:rPr lang="en-US" smtClean="0"/>
              <a:t>10/23/2024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E567B94D-50C4-4558-AAA1-857DDB1A21EF}" type="datetime1">
              <a:rPr lang="en-US" smtClean="0"/>
              <a:t>10/23/2024</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hf sldNum="0" hdr="0" ftr="0" dt="0"/>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2.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2.png"/><Relationship Id="rId7" Type="http://schemas.openxmlformats.org/officeDocument/2006/relationships/diagramColors" Target="../diagrams/colors3.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grpSp>
        <p:nvGrpSpPr>
          <p:cNvPr id="77" name="Group 76">
            <a:extLst>
              <a:ext uri="{FF2B5EF4-FFF2-40B4-BE49-F238E27FC236}">
                <a16:creationId xmlns:a16="http://schemas.microsoft.com/office/drawing/2014/main" id="{AD579530-1077-46B3-BD5C-81BB270A1D5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78" name="Rectangle 77">
              <a:extLst>
                <a:ext uri="{FF2B5EF4-FFF2-40B4-BE49-F238E27FC236}">
                  <a16:creationId xmlns:a16="http://schemas.microsoft.com/office/drawing/2014/main" id="{ACBB106A-B366-4349-B59F-E8FBDADD82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9" name="Picture 2">
              <a:extLst>
                <a:ext uri="{FF2B5EF4-FFF2-40B4-BE49-F238E27FC236}">
                  <a16:creationId xmlns:a16="http://schemas.microsoft.com/office/drawing/2014/main" id="{113FC03B-24E4-4A3F-9626-CC7F6356BC9E}"/>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p14="http://schemas.microsoft.com/office/powerpoint/2010/main" xmlns:a14="http://schemas.microsoft.com/office/drawing/2010/main" xmlns:a16="http://schemas.microsoft.com/office/drawing/2014/main" xmlns="">
                  <a:solidFill>
                    <a:srgbClr val="FFFFFF"/>
                  </a:solidFill>
                </a14:hiddenFill>
              </a:ext>
            </a:extLst>
          </p:spPr>
        </p:pic>
      </p:grpSp>
      <p:pic>
        <p:nvPicPr>
          <p:cNvPr id="5" name="Picture 4" descr="close up of circuit board">
            <a:extLst>
              <a:ext uri="{FF2B5EF4-FFF2-40B4-BE49-F238E27FC236}">
                <a16:creationId xmlns:a16="http://schemas.microsoft.com/office/drawing/2014/main" id="{525AE681-57C0-4C44-9E88-A16CDA016EB3}"/>
              </a:ext>
            </a:extLst>
          </p:cNvPr>
          <p:cNvPicPr>
            <a:picLocks noChangeAspect="1"/>
          </p:cNvPicPr>
          <p:nvPr/>
        </p:nvPicPr>
        <p:blipFill rotWithShape="1">
          <a:blip r:embed="rId4">
            <a:alphaModFix amt="30000"/>
          </a:blip>
          <a:srcRect t="6504" b="9202"/>
          <a:stretch/>
        </p:blipFill>
        <p:spPr>
          <a:xfrm>
            <a:off x="-2" y="10"/>
            <a:ext cx="12188389" cy="6857990"/>
          </a:xfrm>
          <a:prstGeom prst="rect">
            <a:avLst/>
          </a:prstGeom>
        </p:spPr>
      </p:pic>
      <p:grpSp>
        <p:nvGrpSpPr>
          <p:cNvPr id="81" name="Group 80">
            <a:extLst>
              <a:ext uri="{FF2B5EF4-FFF2-40B4-BE49-F238E27FC236}">
                <a16:creationId xmlns:a16="http://schemas.microsoft.com/office/drawing/2014/main" id="{83F79A5F-63B5-4802-B39B-BF0F89DDDA1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5895" y="2235200"/>
            <a:ext cx="10982062" cy="2396067"/>
            <a:chOff x="605895" y="2235200"/>
            <a:chExt cx="10982062" cy="2396067"/>
          </a:xfrm>
        </p:grpSpPr>
        <p:sp>
          <p:nvSpPr>
            <p:cNvPr id="82" name="Round Diagonal Corner Rectangle 7">
              <a:extLst>
                <a:ext uri="{FF2B5EF4-FFF2-40B4-BE49-F238E27FC236}">
                  <a16:creationId xmlns:a16="http://schemas.microsoft.com/office/drawing/2014/main" id="{00D14BF7-A799-4EDA-8C19-CED0B8EC52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82333" y="2235200"/>
              <a:ext cx="7027334" cy="2396067"/>
            </a:xfrm>
            <a:prstGeom prst="round2DiagRect">
              <a:avLst>
                <a:gd name="adj1" fmla="val 9246"/>
                <a:gd name="adj2" fmla="val 0"/>
              </a:avLst>
            </a:prstGeom>
            <a:solidFill>
              <a:schemeClr val="bg1">
                <a:alpha val="80000"/>
              </a:schemeClr>
            </a:solidFill>
            <a:ln w="19050" cap="sq">
              <a:solidFill>
                <a:schemeClr val="tx2">
                  <a:alpha val="60000"/>
                </a:scheme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nvGrpSpPr>
            <p:cNvPr id="83" name="Group 82">
              <a:extLst>
                <a:ext uri="{FF2B5EF4-FFF2-40B4-BE49-F238E27FC236}">
                  <a16:creationId xmlns:a16="http://schemas.microsoft.com/office/drawing/2014/main" id="{AF292344-73C8-4E53-85C0-8CDB23EB53B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05895" y="2900097"/>
              <a:ext cx="10982062" cy="1211524"/>
              <a:chOff x="605895" y="2900097"/>
              <a:chExt cx="10982062" cy="1211524"/>
            </a:xfrm>
          </p:grpSpPr>
          <p:sp>
            <p:nvSpPr>
              <p:cNvPr id="84" name="Freeform 32">
                <a:extLst>
                  <a:ext uri="{FF2B5EF4-FFF2-40B4-BE49-F238E27FC236}">
                    <a16:creationId xmlns:a16="http://schemas.microsoft.com/office/drawing/2014/main" id="{4781E776-A0A7-4FB6-958B-8389BBA569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flipV="1">
                <a:off x="9653587" y="3379784"/>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IN"/>
              </a:p>
            </p:txBody>
          </p:sp>
          <p:sp>
            <p:nvSpPr>
              <p:cNvPr id="85" name="Freeform 33">
                <a:extLst>
                  <a:ext uri="{FF2B5EF4-FFF2-40B4-BE49-F238E27FC236}">
                    <a16:creationId xmlns:a16="http://schemas.microsoft.com/office/drawing/2014/main" id="{0F004D56-F177-45BC-8965-B72DB88A085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flipV="1">
                <a:off x="10078244" y="3310728"/>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IN"/>
              </a:p>
            </p:txBody>
          </p:sp>
          <p:sp>
            <p:nvSpPr>
              <p:cNvPr id="86" name="Freeform 34">
                <a:extLst>
                  <a:ext uri="{FF2B5EF4-FFF2-40B4-BE49-F238E27FC236}">
                    <a16:creationId xmlns:a16="http://schemas.microsoft.com/office/drawing/2014/main" id="{5F2F1F83-817B-4678-B0AE-8FFDC49FC82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flipV="1">
                <a:off x="11146631" y="3574253"/>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IN"/>
              </a:p>
            </p:txBody>
          </p:sp>
          <p:sp>
            <p:nvSpPr>
              <p:cNvPr id="87" name="Freeform 37">
                <a:extLst>
                  <a:ext uri="{FF2B5EF4-FFF2-40B4-BE49-F238E27FC236}">
                    <a16:creationId xmlns:a16="http://schemas.microsoft.com/office/drawing/2014/main" id="{F908EB47-32F4-4E82-BF56-FD25BB0747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flipV="1">
                <a:off x="10230644" y="3034502"/>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IN"/>
              </a:p>
            </p:txBody>
          </p:sp>
          <p:sp>
            <p:nvSpPr>
              <p:cNvPr id="88" name="Freeform 35">
                <a:extLst>
                  <a:ext uri="{FF2B5EF4-FFF2-40B4-BE49-F238E27FC236}">
                    <a16:creationId xmlns:a16="http://schemas.microsoft.com/office/drawing/2014/main" id="{0966000D-B975-4E8A-9BF2-EACF216405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a:off x="10034587" y="256275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IN"/>
              </a:p>
            </p:txBody>
          </p:sp>
          <p:sp>
            <p:nvSpPr>
              <p:cNvPr id="89" name="Freeform 36">
                <a:extLst>
                  <a:ext uri="{FF2B5EF4-FFF2-40B4-BE49-F238E27FC236}">
                    <a16:creationId xmlns:a16="http://schemas.microsoft.com/office/drawing/2014/main" id="{A9554499-6796-4AEE-B012-34A5B9A585A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10747375" y="3232679"/>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IN"/>
              </a:p>
            </p:txBody>
          </p:sp>
          <p:sp>
            <p:nvSpPr>
              <p:cNvPr id="90" name="Freeform 38">
                <a:extLst>
                  <a:ext uri="{FF2B5EF4-FFF2-40B4-BE49-F238E27FC236}">
                    <a16:creationId xmlns:a16="http://schemas.microsoft.com/office/drawing/2014/main" id="{9DD40864-34BD-491F-B591-180E7B32C12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11399044" y="3095360"/>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IN"/>
              </a:p>
            </p:txBody>
          </p:sp>
          <p:sp>
            <p:nvSpPr>
              <p:cNvPr id="91" name="Freeform 39">
                <a:extLst>
                  <a:ext uri="{FF2B5EF4-FFF2-40B4-BE49-F238E27FC236}">
                    <a16:creationId xmlns:a16="http://schemas.microsoft.com/office/drawing/2014/main" id="{2623F54C-4373-4D30-90DB-3129BDDF54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a:off x="10353675" y="2153178"/>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IN"/>
              </a:p>
            </p:txBody>
          </p:sp>
          <p:sp>
            <p:nvSpPr>
              <p:cNvPr id="92" name="Freeform 40">
                <a:extLst>
                  <a:ext uri="{FF2B5EF4-FFF2-40B4-BE49-F238E27FC236}">
                    <a16:creationId xmlns:a16="http://schemas.microsoft.com/office/drawing/2014/main" id="{1FF42884-D4B2-462F-9FA7-4FA8925322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9848850" y="330887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IN"/>
              </a:p>
            </p:txBody>
          </p:sp>
          <p:sp>
            <p:nvSpPr>
              <p:cNvPr id="93" name="Rectangle 41">
                <a:extLst>
                  <a:ext uri="{FF2B5EF4-FFF2-40B4-BE49-F238E27FC236}">
                    <a16:creationId xmlns:a16="http://schemas.microsoft.com/office/drawing/2014/main" id="{27F4D4BA-37F5-4D54-BDFF-733F621D5DB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rot="5400000">
                <a:off x="9721056" y="3284272"/>
                <a:ext cx="23813" cy="252413"/>
              </a:xfrm>
              <a:prstGeom prst="rect">
                <a:avLst/>
              </a:pr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IN"/>
              </a:p>
            </p:txBody>
          </p:sp>
          <p:sp>
            <p:nvSpPr>
              <p:cNvPr id="94" name="Freeform 32">
                <a:extLst>
                  <a:ext uri="{FF2B5EF4-FFF2-40B4-BE49-F238E27FC236}">
                    <a16:creationId xmlns:a16="http://schemas.microsoft.com/office/drawing/2014/main" id="{29E4A0E5-0441-4563-A947-12A5781105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flipV="1">
                <a:off x="2122751" y="3532184"/>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IN"/>
              </a:p>
            </p:txBody>
          </p:sp>
          <p:sp>
            <p:nvSpPr>
              <p:cNvPr id="95" name="Freeform 33">
                <a:extLst>
                  <a:ext uri="{FF2B5EF4-FFF2-40B4-BE49-F238E27FC236}">
                    <a16:creationId xmlns:a16="http://schemas.microsoft.com/office/drawing/2014/main" id="{4A8D89B4-AD1B-410A-870B-1042E075A04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flipV="1">
                <a:off x="1958445" y="3463128"/>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IN"/>
              </a:p>
            </p:txBody>
          </p:sp>
          <p:sp>
            <p:nvSpPr>
              <p:cNvPr id="96" name="Freeform 34">
                <a:extLst>
                  <a:ext uri="{FF2B5EF4-FFF2-40B4-BE49-F238E27FC236}">
                    <a16:creationId xmlns:a16="http://schemas.microsoft.com/office/drawing/2014/main" id="{DFC54570-9F45-44E6-AC94-4B3192D44B2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flipV="1">
                <a:off x="858308" y="3726653"/>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IN"/>
              </a:p>
            </p:txBody>
          </p:sp>
          <p:sp>
            <p:nvSpPr>
              <p:cNvPr id="97" name="Freeform 37">
                <a:extLst>
                  <a:ext uri="{FF2B5EF4-FFF2-40B4-BE49-F238E27FC236}">
                    <a16:creationId xmlns:a16="http://schemas.microsoft.com/office/drawing/2014/main" id="{A976F76C-4BBB-4CD4-9270-5E4E8802BF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flipV="1">
                <a:off x="1658407" y="3186902"/>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IN"/>
              </a:p>
            </p:txBody>
          </p:sp>
          <p:sp>
            <p:nvSpPr>
              <p:cNvPr id="98" name="Freeform 35">
                <a:extLst>
                  <a:ext uri="{FF2B5EF4-FFF2-40B4-BE49-F238E27FC236}">
                    <a16:creationId xmlns:a16="http://schemas.microsoft.com/office/drawing/2014/main" id="{06081E5F-35E2-4E9E-A0DA-9E2F769C4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a:off x="1860814" y="271515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IN"/>
              </a:p>
            </p:txBody>
          </p:sp>
          <p:sp>
            <p:nvSpPr>
              <p:cNvPr id="99" name="Freeform 36">
                <a:extLst>
                  <a:ext uri="{FF2B5EF4-FFF2-40B4-BE49-F238E27FC236}">
                    <a16:creationId xmlns:a16="http://schemas.microsoft.com/office/drawing/2014/main" id="{7B7B4F78-1391-433D-AAE5-0FA8B8EE181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1289314" y="3385079"/>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IN"/>
              </a:p>
            </p:txBody>
          </p:sp>
          <p:sp>
            <p:nvSpPr>
              <p:cNvPr id="100" name="Freeform 38">
                <a:extLst>
                  <a:ext uri="{FF2B5EF4-FFF2-40B4-BE49-F238E27FC236}">
                    <a16:creationId xmlns:a16="http://schemas.microsoft.com/office/drawing/2014/main" id="{EF63F42B-29ED-4285-99D1-5FA657DA92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605895" y="3247760"/>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IN"/>
              </a:p>
            </p:txBody>
          </p:sp>
          <p:sp>
            <p:nvSpPr>
              <p:cNvPr id="101" name="Freeform 39">
                <a:extLst>
                  <a:ext uri="{FF2B5EF4-FFF2-40B4-BE49-F238E27FC236}">
                    <a16:creationId xmlns:a16="http://schemas.microsoft.com/office/drawing/2014/main" id="{EB7A6053-A7CF-4785-B396-6F70D6EBE9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a:off x="1532202" y="2305578"/>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IN"/>
              </a:p>
            </p:txBody>
          </p:sp>
          <p:sp>
            <p:nvSpPr>
              <p:cNvPr id="102" name="Freeform 40">
                <a:extLst>
                  <a:ext uri="{FF2B5EF4-FFF2-40B4-BE49-F238E27FC236}">
                    <a16:creationId xmlns:a16="http://schemas.microsoft.com/office/drawing/2014/main" id="{E6337518-A10D-47A5-BD86-6D1F3FAF3C9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2154501" y="346127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IN"/>
              </a:p>
            </p:txBody>
          </p:sp>
          <p:sp>
            <p:nvSpPr>
              <p:cNvPr id="103" name="Rectangle 41">
                <a:extLst>
                  <a:ext uri="{FF2B5EF4-FFF2-40B4-BE49-F238E27FC236}">
                    <a16:creationId xmlns:a16="http://schemas.microsoft.com/office/drawing/2014/main" id="{7591C37F-6498-4992-992D-D413A84752D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rot="16200000" flipH="1">
                <a:off x="2448983" y="3436672"/>
                <a:ext cx="23813" cy="252413"/>
              </a:xfrm>
              <a:prstGeom prst="rect">
                <a:avLst/>
              </a:pr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IN"/>
              </a:p>
            </p:txBody>
          </p:sp>
        </p:grpSp>
      </p:grpSp>
      <p:sp>
        <p:nvSpPr>
          <p:cNvPr id="2" name="Title 1">
            <a:extLst>
              <a:ext uri="{FF2B5EF4-FFF2-40B4-BE49-F238E27FC236}">
                <a16:creationId xmlns:a16="http://schemas.microsoft.com/office/drawing/2014/main" id="{ED476017-D224-40AE-B921-67525450151A}"/>
              </a:ext>
            </a:extLst>
          </p:cNvPr>
          <p:cNvSpPr>
            <a:spLocks noGrp="1"/>
          </p:cNvSpPr>
          <p:nvPr>
            <p:ph type="ctrTitle"/>
          </p:nvPr>
        </p:nvSpPr>
        <p:spPr>
          <a:xfrm>
            <a:off x="2667000" y="2328334"/>
            <a:ext cx="6858000" cy="1367896"/>
          </a:xfrm>
        </p:spPr>
        <p:txBody>
          <a:bodyPr>
            <a:normAutofit/>
          </a:bodyPr>
          <a:lstStyle/>
          <a:p>
            <a:pPr algn="ctr"/>
            <a:r>
              <a:rPr lang="en-IN" sz="4800" dirty="0"/>
              <a:t>Generative AI</a:t>
            </a:r>
            <a:endParaRPr lang="en-US" dirty="0"/>
          </a:p>
        </p:txBody>
      </p:sp>
      <p:sp>
        <p:nvSpPr>
          <p:cNvPr id="3" name="Subtitle 2">
            <a:extLst>
              <a:ext uri="{FF2B5EF4-FFF2-40B4-BE49-F238E27FC236}">
                <a16:creationId xmlns:a16="http://schemas.microsoft.com/office/drawing/2014/main" id="{51F013D4-CBD9-4FC1-AF91-2301A704488B}"/>
              </a:ext>
            </a:extLst>
          </p:cNvPr>
          <p:cNvSpPr>
            <a:spLocks noGrp="1"/>
          </p:cNvSpPr>
          <p:nvPr>
            <p:ph type="subTitle" idx="1"/>
          </p:nvPr>
        </p:nvSpPr>
        <p:spPr>
          <a:xfrm>
            <a:off x="2667001" y="3602038"/>
            <a:ext cx="6857999" cy="953029"/>
          </a:xfrm>
        </p:spPr>
        <p:txBody>
          <a:bodyPr>
            <a:normAutofit/>
          </a:bodyPr>
          <a:lstStyle/>
          <a:p>
            <a:pPr algn="ctr"/>
            <a:r>
              <a:rPr lang="en-US" dirty="0"/>
              <a:t>Future Developer</a:t>
            </a:r>
          </a:p>
        </p:txBody>
      </p:sp>
    </p:spTree>
    <p:extLst>
      <p:ext uri="{BB962C8B-B14F-4D97-AF65-F5344CB8AC3E}">
        <p14:creationId xmlns:p14="http://schemas.microsoft.com/office/powerpoint/2010/main" val="1337192207"/>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grpSp>
        <p:nvGrpSpPr>
          <p:cNvPr id="237" name="Group 236">
            <a:extLst>
              <a:ext uri="{FF2B5EF4-FFF2-40B4-BE49-F238E27FC236}">
                <a16:creationId xmlns:a16="http://schemas.microsoft.com/office/drawing/2014/main" id="{9AE4726C-1831-4FE3-9A11-227F0DC2F0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238" name="Rectangle 237">
              <a:extLst>
                <a:ext uri="{FF2B5EF4-FFF2-40B4-BE49-F238E27FC236}">
                  <a16:creationId xmlns:a16="http://schemas.microsoft.com/office/drawing/2014/main" id="{B651D7F7-8C54-448E-A268-1CBFAD87D4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9" name="Picture 2">
              <a:extLst>
                <a:ext uri="{FF2B5EF4-FFF2-40B4-BE49-F238E27FC236}">
                  <a16:creationId xmlns:a16="http://schemas.microsoft.com/office/drawing/2014/main" id="{E3B56E94-40E1-489A-98B2-A3238D66A064}"/>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p14="http://schemas.microsoft.com/office/powerpoint/2010/main" xmlns:a14="http://schemas.microsoft.com/office/drawing/2010/main" xmlns:a16="http://schemas.microsoft.com/office/drawing/2014/main" xmlns="">
                  <a:solidFill>
                    <a:srgbClr val="FFFFFF"/>
                  </a:solidFill>
                </a14:hiddenFill>
              </a:ext>
            </a:extLst>
          </p:spPr>
        </p:pic>
      </p:grpSp>
      <p:sp>
        <p:nvSpPr>
          <p:cNvPr id="2" name="Title 1">
            <a:extLst>
              <a:ext uri="{FF2B5EF4-FFF2-40B4-BE49-F238E27FC236}">
                <a16:creationId xmlns:a16="http://schemas.microsoft.com/office/drawing/2014/main" id="{0A6BCF94-F108-4D92-8C4F-CD9273947A31}"/>
              </a:ext>
            </a:extLst>
          </p:cNvPr>
          <p:cNvSpPr>
            <a:spLocks noGrp="1"/>
          </p:cNvSpPr>
          <p:nvPr>
            <p:ph type="title"/>
          </p:nvPr>
        </p:nvSpPr>
        <p:spPr>
          <a:xfrm>
            <a:off x="4996697" y="618518"/>
            <a:ext cx="6050713" cy="1478570"/>
          </a:xfrm>
        </p:spPr>
        <p:txBody>
          <a:bodyPr>
            <a:normAutofit/>
          </a:bodyPr>
          <a:lstStyle/>
          <a:p>
            <a:r>
              <a:rPr lang="en-US"/>
              <a:t>AI Tooling for code Analysis</a:t>
            </a:r>
          </a:p>
        </p:txBody>
      </p:sp>
      <p:pic>
        <p:nvPicPr>
          <p:cNvPr id="4" name="Picture 3" descr="close up of circuit board">
            <a:extLst>
              <a:ext uri="{FF2B5EF4-FFF2-40B4-BE49-F238E27FC236}">
                <a16:creationId xmlns:a16="http://schemas.microsoft.com/office/drawing/2014/main" id="{4B216623-4B59-4FC0-8E90-468349035D24}"/>
              </a:ext>
            </a:extLst>
          </p:cNvPr>
          <p:cNvPicPr>
            <a:picLocks noChangeAspect="1"/>
          </p:cNvPicPr>
          <p:nvPr/>
        </p:nvPicPr>
        <p:blipFill rotWithShape="1">
          <a:blip r:embed="rId4"/>
          <a:srcRect l="31444" r="23436" b="-1"/>
          <a:stretch/>
        </p:blipFill>
        <p:spPr>
          <a:xfrm>
            <a:off x="-5597" y="10"/>
            <a:ext cx="4635583" cy="6857990"/>
          </a:xfrm>
          <a:prstGeom prst="rect">
            <a:avLst/>
          </a:prstGeom>
        </p:spPr>
      </p:pic>
      <p:grpSp>
        <p:nvGrpSpPr>
          <p:cNvPr id="241" name="Group 240">
            <a:extLst>
              <a:ext uri="{FF2B5EF4-FFF2-40B4-BE49-F238E27FC236}">
                <a16:creationId xmlns:a16="http://schemas.microsoft.com/office/drawing/2014/main" id="{E916825F-759B-4F1A-BA80-AF7137691E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solidFill>
            <a:schemeClr val="tx1">
              <a:alpha val="70000"/>
            </a:schemeClr>
          </a:solidFill>
          <a:effectLst/>
        </p:grpSpPr>
        <p:sp>
          <p:nvSpPr>
            <p:cNvPr id="242" name="Rectangle 241">
              <a:extLst>
                <a:ext uri="{FF2B5EF4-FFF2-40B4-BE49-F238E27FC236}">
                  <a16:creationId xmlns:a16="http://schemas.microsoft.com/office/drawing/2014/main" id="{0AF64541-DE3B-4DBB-84E1-907956469E5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en-IN"/>
            </a:p>
          </p:txBody>
        </p:sp>
        <p:sp>
          <p:nvSpPr>
            <p:cNvPr id="243" name="Freeform 6">
              <a:extLst>
                <a:ext uri="{FF2B5EF4-FFF2-40B4-BE49-F238E27FC236}">
                  <a16:creationId xmlns:a16="http://schemas.microsoft.com/office/drawing/2014/main" id="{9175DCC0-514A-4CA1-AD9A-1BB0FFF1B4F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44" name="Freeform 7">
              <a:extLst>
                <a:ext uri="{FF2B5EF4-FFF2-40B4-BE49-F238E27FC236}">
                  <a16:creationId xmlns:a16="http://schemas.microsoft.com/office/drawing/2014/main" id="{10371924-94D9-48AF-9D5B-6471775BE81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45" name="Rectangle 244">
              <a:extLst>
                <a:ext uri="{FF2B5EF4-FFF2-40B4-BE49-F238E27FC236}">
                  <a16:creationId xmlns:a16="http://schemas.microsoft.com/office/drawing/2014/main" id="{7C964FF9-A41A-438C-A22B-62690C98F1A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en-IN"/>
            </a:p>
          </p:txBody>
        </p:sp>
        <p:sp>
          <p:nvSpPr>
            <p:cNvPr id="246" name="Freeform 9">
              <a:extLst>
                <a:ext uri="{FF2B5EF4-FFF2-40B4-BE49-F238E27FC236}">
                  <a16:creationId xmlns:a16="http://schemas.microsoft.com/office/drawing/2014/main" id="{61716CD6-1875-4567-B3E2-364CD0960D8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47" name="Freeform 10">
              <a:extLst>
                <a:ext uri="{FF2B5EF4-FFF2-40B4-BE49-F238E27FC236}">
                  <a16:creationId xmlns:a16="http://schemas.microsoft.com/office/drawing/2014/main" id="{31A293D3-7189-453D-AB91-1291AAFF3D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48" name="Freeform 11">
              <a:extLst>
                <a:ext uri="{FF2B5EF4-FFF2-40B4-BE49-F238E27FC236}">
                  <a16:creationId xmlns:a16="http://schemas.microsoft.com/office/drawing/2014/main" id="{87CB4EFE-58B3-4326-9CFB-A2AFADDFA5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49" name="Freeform 12">
              <a:extLst>
                <a:ext uri="{FF2B5EF4-FFF2-40B4-BE49-F238E27FC236}">
                  <a16:creationId xmlns:a16="http://schemas.microsoft.com/office/drawing/2014/main" id="{249CF4D3-B5A3-4287-BC9D-E9BB8FA6EBB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50" name="Freeform 13">
              <a:extLst>
                <a:ext uri="{FF2B5EF4-FFF2-40B4-BE49-F238E27FC236}">
                  <a16:creationId xmlns:a16="http://schemas.microsoft.com/office/drawing/2014/main" id="{4D2515F2-4D11-41AF-A6B1-7D084BEA98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51" name="Freeform 14">
              <a:extLst>
                <a:ext uri="{FF2B5EF4-FFF2-40B4-BE49-F238E27FC236}">
                  <a16:creationId xmlns:a16="http://schemas.microsoft.com/office/drawing/2014/main" id="{331BCBF4-0DC2-426E-84B3-AE38E403C9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52" name="Freeform 15">
              <a:extLst>
                <a:ext uri="{FF2B5EF4-FFF2-40B4-BE49-F238E27FC236}">
                  <a16:creationId xmlns:a16="http://schemas.microsoft.com/office/drawing/2014/main" id="{EC8AF156-0BE9-437D-A83B-87364146D07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53" name="Freeform 16">
              <a:extLst>
                <a:ext uri="{FF2B5EF4-FFF2-40B4-BE49-F238E27FC236}">
                  <a16:creationId xmlns:a16="http://schemas.microsoft.com/office/drawing/2014/main" id="{AC8CB256-3F62-4406-88F5-CE2421FF25E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54" name="Freeform 17">
              <a:extLst>
                <a:ext uri="{FF2B5EF4-FFF2-40B4-BE49-F238E27FC236}">
                  <a16:creationId xmlns:a16="http://schemas.microsoft.com/office/drawing/2014/main" id="{F3E812EB-415E-4B60-B0FB-65386882CE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55" name="Freeform 18">
              <a:extLst>
                <a:ext uri="{FF2B5EF4-FFF2-40B4-BE49-F238E27FC236}">
                  <a16:creationId xmlns:a16="http://schemas.microsoft.com/office/drawing/2014/main" id="{EB4C95D7-8E6D-45EC-8CA1-9123D718E3B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56" name="Freeform 19">
              <a:extLst>
                <a:ext uri="{FF2B5EF4-FFF2-40B4-BE49-F238E27FC236}">
                  <a16:creationId xmlns:a16="http://schemas.microsoft.com/office/drawing/2014/main" id="{83F62FD2-2F62-4495-997C-8BD7F95AB8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57" name="Freeform 20">
              <a:extLst>
                <a:ext uri="{FF2B5EF4-FFF2-40B4-BE49-F238E27FC236}">
                  <a16:creationId xmlns:a16="http://schemas.microsoft.com/office/drawing/2014/main" id="{B7DFE0F9-22A3-4846-8D4E-0D193BD3288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58" name="Freeform 21">
              <a:extLst>
                <a:ext uri="{FF2B5EF4-FFF2-40B4-BE49-F238E27FC236}">
                  <a16:creationId xmlns:a16="http://schemas.microsoft.com/office/drawing/2014/main" id="{244DAF25-7415-491A-9FF6-E04BC2DC2EA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59" name="Freeform 22">
              <a:extLst>
                <a:ext uri="{FF2B5EF4-FFF2-40B4-BE49-F238E27FC236}">
                  <a16:creationId xmlns:a16="http://schemas.microsoft.com/office/drawing/2014/main" id="{7ACA3646-863C-4D00-A58A-62C7FE71C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60" name="Freeform 23">
              <a:extLst>
                <a:ext uri="{FF2B5EF4-FFF2-40B4-BE49-F238E27FC236}">
                  <a16:creationId xmlns:a16="http://schemas.microsoft.com/office/drawing/2014/main" id="{0EA18B38-BD42-45ED-8458-FB205DBC76D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61" name="Freeform 24">
              <a:extLst>
                <a:ext uri="{FF2B5EF4-FFF2-40B4-BE49-F238E27FC236}">
                  <a16:creationId xmlns:a16="http://schemas.microsoft.com/office/drawing/2014/main" id="{45302917-5DBE-4CF2-B52F-478F93FDDE7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62" name="Freeform 25">
              <a:extLst>
                <a:ext uri="{FF2B5EF4-FFF2-40B4-BE49-F238E27FC236}">
                  <a16:creationId xmlns:a16="http://schemas.microsoft.com/office/drawing/2014/main" id="{8E61E6FD-D40E-479C-ABE9-2B69AE20D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63" name="Freeform 26">
              <a:extLst>
                <a:ext uri="{FF2B5EF4-FFF2-40B4-BE49-F238E27FC236}">
                  <a16:creationId xmlns:a16="http://schemas.microsoft.com/office/drawing/2014/main" id="{2F4DEB4F-F824-48D7-AF9B-B5D905DCD1B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64" name="Freeform 27">
              <a:extLst>
                <a:ext uri="{FF2B5EF4-FFF2-40B4-BE49-F238E27FC236}">
                  <a16:creationId xmlns:a16="http://schemas.microsoft.com/office/drawing/2014/main" id="{F76CFA02-6090-4464-B573-BCA350C90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65" name="Freeform 28">
              <a:extLst>
                <a:ext uri="{FF2B5EF4-FFF2-40B4-BE49-F238E27FC236}">
                  <a16:creationId xmlns:a16="http://schemas.microsoft.com/office/drawing/2014/main" id="{51BE8BEC-76C7-41FE-AB76-35194C2442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66" name="Freeform 29">
              <a:extLst>
                <a:ext uri="{FF2B5EF4-FFF2-40B4-BE49-F238E27FC236}">
                  <a16:creationId xmlns:a16="http://schemas.microsoft.com/office/drawing/2014/main" id="{710F61D4-3B34-45A9-B9B7-CE0373AB49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67" name="Freeform 30">
              <a:extLst>
                <a:ext uri="{FF2B5EF4-FFF2-40B4-BE49-F238E27FC236}">
                  <a16:creationId xmlns:a16="http://schemas.microsoft.com/office/drawing/2014/main" id="{451F080F-4CFB-4626-87CA-BB4CACA1C6F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68" name="Freeform 31">
              <a:extLst>
                <a:ext uri="{FF2B5EF4-FFF2-40B4-BE49-F238E27FC236}">
                  <a16:creationId xmlns:a16="http://schemas.microsoft.com/office/drawing/2014/main" id="{667BBD71-2295-4A66-B76C-F82175C2B0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69" name="Freeform 32">
              <a:extLst>
                <a:ext uri="{FF2B5EF4-FFF2-40B4-BE49-F238E27FC236}">
                  <a16:creationId xmlns:a16="http://schemas.microsoft.com/office/drawing/2014/main" id="{B6644DE8-5BD1-4D5F-B245-0D3A21BCE13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70" name="Rectangle 269">
              <a:extLst>
                <a:ext uri="{FF2B5EF4-FFF2-40B4-BE49-F238E27FC236}">
                  <a16:creationId xmlns:a16="http://schemas.microsoft.com/office/drawing/2014/main" id="{A4DE8FD0-E681-4D9C-85C2-BEA4C2B3A06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en-IN"/>
            </a:p>
          </p:txBody>
        </p:sp>
        <p:sp>
          <p:nvSpPr>
            <p:cNvPr id="271" name="Freeform 34">
              <a:extLst>
                <a:ext uri="{FF2B5EF4-FFF2-40B4-BE49-F238E27FC236}">
                  <a16:creationId xmlns:a16="http://schemas.microsoft.com/office/drawing/2014/main" id="{D46033BD-1026-4388-B926-9D11E1D7C42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72" name="Freeform 35">
              <a:extLst>
                <a:ext uri="{FF2B5EF4-FFF2-40B4-BE49-F238E27FC236}">
                  <a16:creationId xmlns:a16="http://schemas.microsoft.com/office/drawing/2014/main" id="{1FA74D4C-2E28-42C5-A7FA-3C7D6BD8B7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73" name="Freeform 36">
              <a:extLst>
                <a:ext uri="{FF2B5EF4-FFF2-40B4-BE49-F238E27FC236}">
                  <a16:creationId xmlns:a16="http://schemas.microsoft.com/office/drawing/2014/main" id="{FADF7B3F-903C-456C-983E-C9868DDAB9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74" name="Freeform 37">
              <a:extLst>
                <a:ext uri="{FF2B5EF4-FFF2-40B4-BE49-F238E27FC236}">
                  <a16:creationId xmlns:a16="http://schemas.microsoft.com/office/drawing/2014/main" id="{033F8698-1549-44AD-8DAD-0055D7B8077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75" name="Freeform 38">
              <a:extLst>
                <a:ext uri="{FF2B5EF4-FFF2-40B4-BE49-F238E27FC236}">
                  <a16:creationId xmlns:a16="http://schemas.microsoft.com/office/drawing/2014/main" id="{F1BDD4B6-46FD-4048-ADF1-32EADD9E5A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76" name="Freeform 39">
              <a:extLst>
                <a:ext uri="{FF2B5EF4-FFF2-40B4-BE49-F238E27FC236}">
                  <a16:creationId xmlns:a16="http://schemas.microsoft.com/office/drawing/2014/main" id="{E7F387A7-B3BF-4B1A-BFCA-2D21AD3DFE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77" name="Freeform 40">
              <a:extLst>
                <a:ext uri="{FF2B5EF4-FFF2-40B4-BE49-F238E27FC236}">
                  <a16:creationId xmlns:a16="http://schemas.microsoft.com/office/drawing/2014/main" id="{7A1B6BC8-EA82-459D-A0E0-4EBE394E71F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78" name="Freeform 41">
              <a:extLst>
                <a:ext uri="{FF2B5EF4-FFF2-40B4-BE49-F238E27FC236}">
                  <a16:creationId xmlns:a16="http://schemas.microsoft.com/office/drawing/2014/main" id="{8B94E190-DDC2-4545-906F-A1699BD73D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79" name="Freeform 42">
              <a:extLst>
                <a:ext uri="{FF2B5EF4-FFF2-40B4-BE49-F238E27FC236}">
                  <a16:creationId xmlns:a16="http://schemas.microsoft.com/office/drawing/2014/main" id="{D9807239-A5BA-4BB3-9194-BCE3B2F21CE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80" name="Freeform 43">
              <a:extLst>
                <a:ext uri="{FF2B5EF4-FFF2-40B4-BE49-F238E27FC236}">
                  <a16:creationId xmlns:a16="http://schemas.microsoft.com/office/drawing/2014/main" id="{04D300FD-DC53-4375-8981-09EA63BCF1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81" name="Freeform 44">
              <a:extLst>
                <a:ext uri="{FF2B5EF4-FFF2-40B4-BE49-F238E27FC236}">
                  <a16:creationId xmlns:a16="http://schemas.microsoft.com/office/drawing/2014/main" id="{1DF83FFD-4C16-41FD-928F-6E88AFC451C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82" name="Rectangle 281">
              <a:extLst>
                <a:ext uri="{FF2B5EF4-FFF2-40B4-BE49-F238E27FC236}">
                  <a16:creationId xmlns:a16="http://schemas.microsoft.com/office/drawing/2014/main" id="{A5B4BC2F-B667-462B-99D8-0C433124ABD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en-IN"/>
            </a:p>
          </p:txBody>
        </p:sp>
        <p:sp>
          <p:nvSpPr>
            <p:cNvPr id="283" name="Freeform 46">
              <a:extLst>
                <a:ext uri="{FF2B5EF4-FFF2-40B4-BE49-F238E27FC236}">
                  <a16:creationId xmlns:a16="http://schemas.microsoft.com/office/drawing/2014/main" id="{0CBD9EFB-AC61-4674-B75A-56449003CC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84" name="Freeform 47">
              <a:extLst>
                <a:ext uri="{FF2B5EF4-FFF2-40B4-BE49-F238E27FC236}">
                  <a16:creationId xmlns:a16="http://schemas.microsoft.com/office/drawing/2014/main" id="{1AD4BBB0-F6A7-451F-BE09-DF619F38EB7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85" name="Freeform 48">
              <a:extLst>
                <a:ext uri="{FF2B5EF4-FFF2-40B4-BE49-F238E27FC236}">
                  <a16:creationId xmlns:a16="http://schemas.microsoft.com/office/drawing/2014/main" id="{A258B285-AE5E-473A-AA72-3C95E1D83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86" name="Freeform 49">
              <a:extLst>
                <a:ext uri="{FF2B5EF4-FFF2-40B4-BE49-F238E27FC236}">
                  <a16:creationId xmlns:a16="http://schemas.microsoft.com/office/drawing/2014/main" id="{7BEEDDE5-CB8A-4DF9-858F-4D9462D955A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87" name="Freeform 50">
              <a:extLst>
                <a:ext uri="{FF2B5EF4-FFF2-40B4-BE49-F238E27FC236}">
                  <a16:creationId xmlns:a16="http://schemas.microsoft.com/office/drawing/2014/main" id="{DA1C731B-9B66-4D65-BF47-04B118107B0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88" name="Freeform 51">
              <a:extLst>
                <a:ext uri="{FF2B5EF4-FFF2-40B4-BE49-F238E27FC236}">
                  <a16:creationId xmlns:a16="http://schemas.microsoft.com/office/drawing/2014/main" id="{58DBFEC6-C6DC-4B7A-934F-5A79EC3280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89" name="Freeform 52">
              <a:extLst>
                <a:ext uri="{FF2B5EF4-FFF2-40B4-BE49-F238E27FC236}">
                  <a16:creationId xmlns:a16="http://schemas.microsoft.com/office/drawing/2014/main" id="{9948D8CB-2DBE-4E48-98EA-DF9E2666A2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90" name="Freeform 53">
              <a:extLst>
                <a:ext uri="{FF2B5EF4-FFF2-40B4-BE49-F238E27FC236}">
                  <a16:creationId xmlns:a16="http://schemas.microsoft.com/office/drawing/2014/main" id="{56AB69F6-9F0B-4AB6-BCA8-AA2FD69E998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91" name="Freeform 54">
              <a:extLst>
                <a:ext uri="{FF2B5EF4-FFF2-40B4-BE49-F238E27FC236}">
                  <a16:creationId xmlns:a16="http://schemas.microsoft.com/office/drawing/2014/main" id="{0E7FB426-288D-4B0B-B73B-10CCC0EF41E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92" name="Freeform 55">
              <a:extLst>
                <a:ext uri="{FF2B5EF4-FFF2-40B4-BE49-F238E27FC236}">
                  <a16:creationId xmlns:a16="http://schemas.microsoft.com/office/drawing/2014/main" id="{A5C59C6B-46C9-48C9-9F57-2EE738B531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93" name="Freeform 56">
              <a:extLst>
                <a:ext uri="{FF2B5EF4-FFF2-40B4-BE49-F238E27FC236}">
                  <a16:creationId xmlns:a16="http://schemas.microsoft.com/office/drawing/2014/main" id="{7CE85F33-17DC-4273-B06F-D171094449D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94" name="Freeform 57">
              <a:extLst>
                <a:ext uri="{FF2B5EF4-FFF2-40B4-BE49-F238E27FC236}">
                  <a16:creationId xmlns:a16="http://schemas.microsoft.com/office/drawing/2014/main" id="{5CD001CF-F2C4-4810-A8D9-679F9F89E5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95" name="Freeform 58">
              <a:extLst>
                <a:ext uri="{FF2B5EF4-FFF2-40B4-BE49-F238E27FC236}">
                  <a16:creationId xmlns:a16="http://schemas.microsoft.com/office/drawing/2014/main" id="{69F4BCDD-D153-40D2-8DD1-2509EE0CE4C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grpSp>
      <p:sp>
        <p:nvSpPr>
          <p:cNvPr id="3" name="Content Placeholder 2">
            <a:extLst>
              <a:ext uri="{FF2B5EF4-FFF2-40B4-BE49-F238E27FC236}">
                <a16:creationId xmlns:a16="http://schemas.microsoft.com/office/drawing/2014/main" id="{78399AB7-9E36-4EAD-B44A-9E0CEA24AACE}"/>
              </a:ext>
            </a:extLst>
          </p:cNvPr>
          <p:cNvSpPr>
            <a:spLocks noGrp="1"/>
          </p:cNvSpPr>
          <p:nvPr>
            <p:ph idx="1"/>
          </p:nvPr>
        </p:nvSpPr>
        <p:spPr>
          <a:xfrm>
            <a:off x="4968958" y="2249487"/>
            <a:ext cx="6078453" cy="3541714"/>
          </a:xfrm>
        </p:spPr>
        <p:txBody>
          <a:bodyPr>
            <a:normAutofit/>
          </a:bodyPr>
          <a:lstStyle/>
          <a:p>
            <a:r>
              <a:rPr lang="en-IN"/>
              <a:t>AI tooling for code analysis refers to software tools that utilize artificial intelligence techniques to examine, understand, and improve code. These tools help developers identify potential bugs, vulnerabilities, code smells, and inefficiencies in their codebase</a:t>
            </a:r>
          </a:p>
          <a:p>
            <a:endParaRPr lang="en-US"/>
          </a:p>
        </p:txBody>
      </p:sp>
    </p:spTree>
    <p:extLst>
      <p:ext uri="{BB962C8B-B14F-4D97-AF65-F5344CB8AC3E}">
        <p14:creationId xmlns:p14="http://schemas.microsoft.com/office/powerpoint/2010/main" val="1094849372"/>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8000"/>
                <a:hueMod val="94000"/>
                <a:satMod val="148000"/>
                <a:lumMod val="150000"/>
              </a:schemeClr>
            </a:gs>
            <a:gs pos="100000">
              <a:schemeClr val="bg2">
                <a:shade val="92000"/>
                <a:hueMod val="104000"/>
                <a:satMod val="140000"/>
                <a:lumMod val="68000"/>
              </a:schemeClr>
            </a:gs>
          </a:gsLst>
          <a:lin ang="5040000" scaled="0"/>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EF4763-EB4A-4A35-89EB-AD2763B48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508BD9-024E-80D9-3D09-65AFEFD2AB33}"/>
              </a:ext>
            </a:extLst>
          </p:cNvPr>
          <p:cNvSpPr>
            <a:spLocks noGrp="1"/>
          </p:cNvSpPr>
          <p:nvPr>
            <p:ph type="title"/>
          </p:nvPr>
        </p:nvSpPr>
        <p:spPr>
          <a:xfrm>
            <a:off x="1141413" y="618518"/>
            <a:ext cx="9905998" cy="1478570"/>
          </a:xfrm>
        </p:spPr>
        <p:txBody>
          <a:bodyPr>
            <a:normAutofit/>
          </a:bodyPr>
          <a:lstStyle/>
          <a:p>
            <a:r>
              <a:rPr lang="en-US" dirty="0"/>
              <a:t>functionalities of AI tooling for code analysis</a:t>
            </a:r>
            <a:endParaRPr lang="en-IN" dirty="0"/>
          </a:p>
        </p:txBody>
      </p:sp>
      <p:graphicFrame>
        <p:nvGraphicFramePr>
          <p:cNvPr id="5" name="Content Placeholder 2">
            <a:extLst>
              <a:ext uri="{FF2B5EF4-FFF2-40B4-BE49-F238E27FC236}">
                <a16:creationId xmlns:a16="http://schemas.microsoft.com/office/drawing/2014/main" id="{6AE89A05-B189-DFA4-C1C5-A6EAE32D6651}"/>
              </a:ext>
            </a:extLst>
          </p:cNvPr>
          <p:cNvGraphicFramePr>
            <a:graphicFrameLocks noGrp="1"/>
          </p:cNvGraphicFramePr>
          <p:nvPr>
            <p:ph idx="1"/>
            <p:extLst>
              <p:ext uri="{D42A27DB-BD31-4B8C-83A1-F6EECF244321}">
                <p14:modId xmlns:p14="http://schemas.microsoft.com/office/powerpoint/2010/main" val="732722246"/>
              </p:ext>
            </p:extLst>
          </p:nvPr>
        </p:nvGraphicFramePr>
        <p:xfrm>
          <a:off x="1141411" y="2440771"/>
          <a:ext cx="9905999" cy="35848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16248565"/>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BE7DB-4913-3AA7-0CB7-494E01FB80C7}"/>
              </a:ext>
            </a:extLst>
          </p:cNvPr>
          <p:cNvSpPr>
            <a:spLocks noGrp="1"/>
          </p:cNvSpPr>
          <p:nvPr>
            <p:ph type="title"/>
          </p:nvPr>
        </p:nvSpPr>
        <p:spPr/>
        <p:txBody>
          <a:bodyPr/>
          <a:lstStyle/>
          <a:p>
            <a:r>
              <a:rPr lang="en-US" dirty="0"/>
              <a:t>Examples of AI Code Analysis Tools</a:t>
            </a:r>
            <a:endParaRPr lang="en-IN" dirty="0"/>
          </a:p>
        </p:txBody>
      </p:sp>
      <p:graphicFrame>
        <p:nvGraphicFramePr>
          <p:cNvPr id="16" name="Content Placeholder 2">
            <a:extLst>
              <a:ext uri="{FF2B5EF4-FFF2-40B4-BE49-F238E27FC236}">
                <a16:creationId xmlns:a16="http://schemas.microsoft.com/office/drawing/2014/main" id="{73240BEC-827D-FC74-8F9C-1A25879BDEAB}"/>
              </a:ext>
            </a:extLst>
          </p:cNvPr>
          <p:cNvGraphicFramePr>
            <a:graphicFrameLocks noGrp="1"/>
          </p:cNvGraphicFramePr>
          <p:nvPr>
            <p:ph idx="1"/>
          </p:nvPr>
        </p:nvGraphicFramePr>
        <p:xfrm>
          <a:off x="1141412" y="2249487"/>
          <a:ext cx="9905999" cy="35417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0688037"/>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IN"/>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IN"/>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IN"/>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grpSp>
      <p:sp>
        <p:nvSpPr>
          <p:cNvPr id="2" name="Title 1">
            <a:extLst>
              <a:ext uri="{FF2B5EF4-FFF2-40B4-BE49-F238E27FC236}">
                <a16:creationId xmlns:a16="http://schemas.microsoft.com/office/drawing/2014/main" id="{F3541528-9EC2-811A-CB09-66E513D0BF23}"/>
              </a:ext>
            </a:extLst>
          </p:cNvPr>
          <p:cNvSpPr>
            <a:spLocks noGrp="1"/>
          </p:cNvSpPr>
          <p:nvPr>
            <p:ph type="title"/>
          </p:nvPr>
        </p:nvSpPr>
        <p:spPr>
          <a:xfrm>
            <a:off x="1019015" y="1093787"/>
            <a:ext cx="3059969" cy="4697413"/>
          </a:xfrm>
        </p:spPr>
        <p:txBody>
          <a:bodyPr>
            <a:normAutofit/>
          </a:bodyPr>
          <a:lstStyle/>
          <a:p>
            <a:r>
              <a:rPr lang="en-US"/>
              <a:t>Benefits of Using AI Tools for Code Analysis</a:t>
            </a:r>
            <a:endParaRPr lang="en-IN" dirty="0"/>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6771FE1-FEB3-DE3E-F7D8-D5831B411B27}"/>
              </a:ext>
            </a:extLst>
          </p:cNvPr>
          <p:cNvSpPr>
            <a:spLocks noGrp="1"/>
          </p:cNvSpPr>
          <p:nvPr>
            <p:ph idx="1"/>
          </p:nvPr>
        </p:nvSpPr>
        <p:spPr>
          <a:xfrm>
            <a:off x="5215467" y="1093788"/>
            <a:ext cx="5831944" cy="4697413"/>
          </a:xfrm>
        </p:spPr>
        <p:txBody>
          <a:bodyPr>
            <a:normAutofit/>
          </a:bodyPr>
          <a:lstStyle/>
          <a:p>
            <a:pPr>
              <a:lnSpc>
                <a:spcPct val="110000"/>
              </a:lnSpc>
            </a:pPr>
            <a:r>
              <a:rPr lang="en-US" sz="1500" dirty="0"/>
              <a:t>Efficiency: Reduces the time spent on manual code reviews and debugging.</a:t>
            </a:r>
          </a:p>
          <a:p>
            <a:pPr>
              <a:lnSpc>
                <a:spcPct val="110000"/>
              </a:lnSpc>
            </a:pPr>
            <a:r>
              <a:rPr lang="en-US" sz="1500" dirty="0"/>
              <a:t>Accuracy: Improves the detection of subtle bugs and vulnerabilities compared to traditional methods.</a:t>
            </a:r>
          </a:p>
          <a:p>
            <a:pPr>
              <a:lnSpc>
                <a:spcPct val="110000"/>
              </a:lnSpc>
            </a:pPr>
            <a:r>
              <a:rPr lang="en-US" sz="1500" dirty="0"/>
              <a:t>Learning: Helps teams learn from past mistakes and improve coding practices over time.</a:t>
            </a:r>
          </a:p>
          <a:p>
            <a:pPr>
              <a:lnSpc>
                <a:spcPct val="110000"/>
              </a:lnSpc>
            </a:pPr>
            <a:r>
              <a:rPr lang="en-US" sz="1500" dirty="0"/>
              <a:t>Scalability: Can handle large codebases and multiple programming languages with ease.</a:t>
            </a:r>
          </a:p>
          <a:p>
            <a:pPr>
              <a:lnSpc>
                <a:spcPct val="110000"/>
              </a:lnSpc>
            </a:pPr>
            <a:r>
              <a:rPr lang="en-US" sz="1500" dirty="0"/>
              <a:t>Conclusion:</a:t>
            </a:r>
          </a:p>
          <a:p>
            <a:pPr marL="0" indent="0">
              <a:lnSpc>
                <a:spcPct val="110000"/>
              </a:lnSpc>
              <a:buNone/>
            </a:pPr>
            <a:r>
              <a:rPr lang="en-US" sz="1500" dirty="0"/>
              <a:t>AI tooling for code analysis enhances the traditional code review process, making it smarter and more efficient. By leveraging AI methodologies, these tools assist developers in writing better code, improving security and maintainability, and ultimately delivering a higher quality product. As the technology continues to evolve, we can expect even more sophisticated and helpful tools in the future.</a:t>
            </a:r>
          </a:p>
          <a:p>
            <a:pPr>
              <a:lnSpc>
                <a:spcPct val="110000"/>
              </a:lnSpc>
            </a:pPr>
            <a:endParaRPr lang="en-US" sz="1500" dirty="0"/>
          </a:p>
          <a:p>
            <a:pPr>
              <a:lnSpc>
                <a:spcPct val="110000"/>
              </a:lnSpc>
            </a:pPr>
            <a:endParaRPr lang="en-IN" sz="1500" dirty="0"/>
          </a:p>
        </p:txBody>
      </p:sp>
    </p:spTree>
    <p:extLst>
      <p:ext uri="{BB962C8B-B14F-4D97-AF65-F5344CB8AC3E}">
        <p14:creationId xmlns:p14="http://schemas.microsoft.com/office/powerpoint/2010/main" val="754944986"/>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IN"/>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IN"/>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IN"/>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grpSp>
      <p:sp>
        <p:nvSpPr>
          <p:cNvPr id="2" name="Title 1">
            <a:extLst>
              <a:ext uri="{FF2B5EF4-FFF2-40B4-BE49-F238E27FC236}">
                <a16:creationId xmlns:a16="http://schemas.microsoft.com/office/drawing/2014/main" id="{46AD4F86-FB5B-0C2A-C7F0-C717BDC23CB4}"/>
              </a:ext>
            </a:extLst>
          </p:cNvPr>
          <p:cNvSpPr>
            <a:spLocks noGrp="1"/>
          </p:cNvSpPr>
          <p:nvPr>
            <p:ph type="title"/>
          </p:nvPr>
        </p:nvSpPr>
        <p:spPr>
          <a:xfrm>
            <a:off x="1019015" y="1093787"/>
            <a:ext cx="3059969" cy="4697413"/>
          </a:xfrm>
        </p:spPr>
        <p:txBody>
          <a:bodyPr>
            <a:normAutofit/>
          </a:bodyPr>
          <a:lstStyle/>
          <a:p>
            <a:r>
              <a:rPr lang="en-IN"/>
              <a:t>Use cases</a:t>
            </a:r>
            <a:endParaRPr lang="en-IN" dirty="0"/>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9DCA920-69C2-AA38-67C1-EC553422CFDB}"/>
              </a:ext>
            </a:extLst>
          </p:cNvPr>
          <p:cNvSpPr>
            <a:spLocks noGrp="1"/>
          </p:cNvSpPr>
          <p:nvPr>
            <p:ph idx="1"/>
          </p:nvPr>
        </p:nvSpPr>
        <p:spPr>
          <a:xfrm>
            <a:off x="4644134" y="161365"/>
            <a:ext cx="7414515" cy="6500691"/>
          </a:xfrm>
        </p:spPr>
        <p:txBody>
          <a:bodyPr>
            <a:normAutofit fontScale="92500" lnSpcReduction="20000"/>
          </a:bodyPr>
          <a:lstStyle/>
          <a:p>
            <a:pPr marL="0" indent="0">
              <a:lnSpc>
                <a:spcPct val="110000"/>
              </a:lnSpc>
              <a:buNone/>
            </a:pPr>
            <a:r>
              <a:rPr lang="en-US" sz="1700" dirty="0"/>
              <a:t>Artificial Intelligence (AI) tools have a wide range of applications across various sectors. Here are some key use cases</a:t>
            </a:r>
          </a:p>
          <a:p>
            <a:pPr marL="0" indent="0">
              <a:lnSpc>
                <a:spcPct val="110000"/>
              </a:lnSpc>
              <a:buNone/>
            </a:pPr>
            <a:r>
              <a:rPr lang="en-US" sz="1700" dirty="0">
                <a:solidFill>
                  <a:srgbClr val="FF0000"/>
                </a:solidFill>
                <a:highlight>
                  <a:srgbClr val="FFFF00"/>
                </a:highlight>
              </a:rPr>
              <a:t>1. Customer Service</a:t>
            </a:r>
          </a:p>
          <a:p>
            <a:pPr marL="0" indent="0">
              <a:lnSpc>
                <a:spcPct val="110000"/>
              </a:lnSpc>
              <a:buNone/>
            </a:pPr>
            <a:r>
              <a:rPr lang="en-US" sz="1700" dirty="0"/>
              <a:t>Chatbots: AI-powered chatbots handle customer inquiries, provide instant responses, and offer 24/7 support.</a:t>
            </a:r>
          </a:p>
          <a:p>
            <a:pPr marL="0" indent="0">
              <a:lnSpc>
                <a:spcPct val="110000"/>
              </a:lnSpc>
              <a:buNone/>
            </a:pPr>
            <a:r>
              <a:rPr lang="en-US" sz="1700" dirty="0"/>
              <a:t>Sentiment Analysis: Analyzing customer feedback and social media posts to gauge public sentiment about products or brands.</a:t>
            </a:r>
          </a:p>
          <a:p>
            <a:pPr marL="0" indent="0">
              <a:lnSpc>
                <a:spcPct val="110000"/>
              </a:lnSpc>
              <a:buNone/>
            </a:pPr>
            <a:r>
              <a:rPr lang="en-US" sz="1700" dirty="0">
                <a:solidFill>
                  <a:srgbClr val="FF0000"/>
                </a:solidFill>
                <a:highlight>
                  <a:srgbClr val="FFFF00"/>
                </a:highlight>
              </a:rPr>
              <a:t>2. Healthcare</a:t>
            </a:r>
          </a:p>
          <a:p>
            <a:pPr marL="0" indent="0">
              <a:lnSpc>
                <a:spcPct val="110000"/>
              </a:lnSpc>
              <a:buNone/>
            </a:pPr>
            <a:r>
              <a:rPr lang="en-US" sz="1700" dirty="0"/>
              <a:t>Medical Diagnosis: AI algorithms analyze medical images (like X-rays or MRIs) to help doctors identify diseases earlier.</a:t>
            </a:r>
          </a:p>
          <a:p>
            <a:pPr marL="0" indent="0">
              <a:lnSpc>
                <a:spcPct val="110000"/>
              </a:lnSpc>
              <a:buNone/>
            </a:pPr>
            <a:r>
              <a:rPr lang="en-US" sz="1700" dirty="0"/>
              <a:t>Personalized Medicine: AI can analyze patient data to suggest tailored treatment plans based on individual health profiles.</a:t>
            </a:r>
          </a:p>
          <a:p>
            <a:pPr marL="0" indent="0">
              <a:lnSpc>
                <a:spcPct val="110000"/>
              </a:lnSpc>
              <a:buNone/>
            </a:pPr>
            <a:r>
              <a:rPr lang="en-US" sz="1700" dirty="0">
                <a:solidFill>
                  <a:srgbClr val="FF0000"/>
                </a:solidFill>
                <a:highlight>
                  <a:srgbClr val="FFFF00"/>
                </a:highlight>
              </a:rPr>
              <a:t>3. Finance</a:t>
            </a:r>
          </a:p>
          <a:p>
            <a:pPr marL="0" indent="0">
              <a:lnSpc>
                <a:spcPct val="110000"/>
              </a:lnSpc>
              <a:buNone/>
            </a:pPr>
            <a:r>
              <a:rPr lang="en-US" sz="1700" dirty="0"/>
              <a:t>Fraud Detection: AI monitors transactions in real time to detect unusual patterns that may indicate fraudulent activity.</a:t>
            </a:r>
          </a:p>
          <a:p>
            <a:pPr marL="0" indent="0">
              <a:lnSpc>
                <a:spcPct val="110000"/>
              </a:lnSpc>
              <a:buNone/>
            </a:pPr>
            <a:r>
              <a:rPr lang="en-US" sz="1700" dirty="0"/>
              <a:t>Algorithmic Trading: AI models predict market movements and execute trades automatically, optimizing investment strategies.</a:t>
            </a:r>
          </a:p>
          <a:p>
            <a:pPr marL="0" indent="0">
              <a:lnSpc>
                <a:spcPct val="110000"/>
              </a:lnSpc>
              <a:buNone/>
            </a:pPr>
            <a:r>
              <a:rPr lang="en-US" sz="1700" dirty="0">
                <a:solidFill>
                  <a:srgbClr val="FF0000"/>
                </a:solidFill>
                <a:highlight>
                  <a:srgbClr val="FFFF00"/>
                </a:highlight>
              </a:rPr>
              <a:t>4. Marketing</a:t>
            </a:r>
          </a:p>
          <a:p>
            <a:pPr marL="0" indent="0">
              <a:lnSpc>
                <a:spcPct val="110000"/>
              </a:lnSpc>
              <a:buNone/>
            </a:pPr>
            <a:r>
              <a:rPr lang="en-US" sz="1700" dirty="0"/>
              <a:t>Targeted Advertising: AI analyzes consumer data to create personalized marketing campaigns and improve ad targeting.</a:t>
            </a:r>
          </a:p>
          <a:p>
            <a:pPr marL="0" indent="0">
              <a:lnSpc>
                <a:spcPct val="110000"/>
              </a:lnSpc>
              <a:buNone/>
            </a:pPr>
            <a:r>
              <a:rPr lang="en-US" sz="1700" dirty="0"/>
              <a:t>Content Creation: Tools can generate written content (like articles or social media posts) based on specific topics or keywords.</a:t>
            </a:r>
          </a:p>
          <a:p>
            <a:pPr marL="0" indent="0">
              <a:lnSpc>
                <a:spcPct val="110000"/>
              </a:lnSpc>
              <a:buNone/>
            </a:pPr>
            <a:endParaRPr lang="en-US" sz="800" dirty="0"/>
          </a:p>
          <a:p>
            <a:pPr>
              <a:lnSpc>
                <a:spcPct val="110000"/>
              </a:lnSpc>
            </a:pPr>
            <a:endParaRPr lang="en-IN" sz="800" dirty="0"/>
          </a:p>
        </p:txBody>
      </p:sp>
    </p:spTree>
    <p:extLst>
      <p:ext uri="{BB962C8B-B14F-4D97-AF65-F5344CB8AC3E}">
        <p14:creationId xmlns:p14="http://schemas.microsoft.com/office/powerpoint/2010/main" val="2579824952"/>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46B922C-5BA7-4973-B12F-71A509E4BF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96D34D8D-9EE9-4659-8C22-7551A95F96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1902285" cy="6858001"/>
            <a:chOff x="0" y="0"/>
            <a:chExt cx="11902285" cy="6858001"/>
          </a:xfrm>
        </p:grpSpPr>
        <p:grpSp>
          <p:nvGrpSpPr>
            <p:cNvPr id="13" name="Group 12">
              <a:extLst>
                <a:ext uri="{FF2B5EF4-FFF2-40B4-BE49-F238E27FC236}">
                  <a16:creationId xmlns:a16="http://schemas.microsoft.com/office/drawing/2014/main" id="{3CA93C16-1147-4EB3-B4E7-3C43102494D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0"/>
              <a:ext cx="1220788" cy="6858001"/>
              <a:chOff x="-14288" y="0"/>
              <a:chExt cx="1220788" cy="6858001"/>
            </a:xfrm>
            <a:gradFill flip="none" rotWithShape="1">
              <a:gsLst>
                <a:gs pos="0">
                  <a:schemeClr val="bg2"/>
                </a:gs>
                <a:gs pos="100000">
                  <a:schemeClr val="tx2">
                    <a:lumMod val="60000"/>
                    <a:lumOff val="40000"/>
                  </a:schemeClr>
                </a:gs>
              </a:gsLst>
              <a:lin ang="5400000" scaled="0"/>
              <a:tileRect/>
            </a:gradFill>
          </p:grpSpPr>
          <p:sp>
            <p:nvSpPr>
              <p:cNvPr id="25" name="Rectangle 5">
                <a:extLst>
                  <a:ext uri="{FF2B5EF4-FFF2-40B4-BE49-F238E27FC236}">
                    <a16:creationId xmlns:a16="http://schemas.microsoft.com/office/drawing/2014/main" id="{C4779968-92AF-4B85-8C27-EBBFE1D6990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IN"/>
              </a:p>
            </p:txBody>
          </p:sp>
          <p:sp>
            <p:nvSpPr>
              <p:cNvPr id="26" name="Freeform 6">
                <a:extLst>
                  <a:ext uri="{FF2B5EF4-FFF2-40B4-BE49-F238E27FC236}">
                    <a16:creationId xmlns:a16="http://schemas.microsoft.com/office/drawing/2014/main" id="{2C43E18D-7024-4F17-A664-E23BFBC12B7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7" name="Freeform 7">
                <a:extLst>
                  <a:ext uri="{FF2B5EF4-FFF2-40B4-BE49-F238E27FC236}">
                    <a16:creationId xmlns:a16="http://schemas.microsoft.com/office/drawing/2014/main" id="{CA2ACEBA-081B-4B0B-AFB1-C596B834FDA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8" name="Freeform 8">
                <a:extLst>
                  <a:ext uri="{FF2B5EF4-FFF2-40B4-BE49-F238E27FC236}">
                    <a16:creationId xmlns:a16="http://schemas.microsoft.com/office/drawing/2014/main" id="{2AFBB163-514B-493A-983F-8BE96848F9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9" name="Freeform 9">
                <a:extLst>
                  <a:ext uri="{FF2B5EF4-FFF2-40B4-BE49-F238E27FC236}">
                    <a16:creationId xmlns:a16="http://schemas.microsoft.com/office/drawing/2014/main" id="{7720326C-7DB1-4745-9015-3FA6990855B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0" name="Freeform 10">
                <a:extLst>
                  <a:ext uri="{FF2B5EF4-FFF2-40B4-BE49-F238E27FC236}">
                    <a16:creationId xmlns:a16="http://schemas.microsoft.com/office/drawing/2014/main" id="{01D5FBDC-A284-440B-8D5F-84287B0A25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1" name="Freeform 11">
                <a:extLst>
                  <a:ext uri="{FF2B5EF4-FFF2-40B4-BE49-F238E27FC236}">
                    <a16:creationId xmlns:a16="http://schemas.microsoft.com/office/drawing/2014/main" id="{517CE611-1CB0-442B-8998-98487209B0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2" name="Freeform 12">
                <a:extLst>
                  <a:ext uri="{FF2B5EF4-FFF2-40B4-BE49-F238E27FC236}">
                    <a16:creationId xmlns:a16="http://schemas.microsoft.com/office/drawing/2014/main" id="{EF0F0E46-9222-4FCF-A79E-9B4953C6F07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3" name="Freeform 13">
                <a:extLst>
                  <a:ext uri="{FF2B5EF4-FFF2-40B4-BE49-F238E27FC236}">
                    <a16:creationId xmlns:a16="http://schemas.microsoft.com/office/drawing/2014/main" id="{371A87C3-0804-4AB9-8EAD-FBFF597ED82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4" name="Freeform 14">
                <a:extLst>
                  <a:ext uri="{FF2B5EF4-FFF2-40B4-BE49-F238E27FC236}">
                    <a16:creationId xmlns:a16="http://schemas.microsoft.com/office/drawing/2014/main" id="{89F39433-8BC3-48D6-B705-F951DBDAAB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5" name="Freeform 15">
                <a:extLst>
                  <a:ext uri="{FF2B5EF4-FFF2-40B4-BE49-F238E27FC236}">
                    <a16:creationId xmlns:a16="http://schemas.microsoft.com/office/drawing/2014/main" id="{AE671C9D-E91C-4143-A422-273B2F53F69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6" name="Line 16">
                <a:extLst>
                  <a:ext uri="{FF2B5EF4-FFF2-40B4-BE49-F238E27FC236}">
                    <a16:creationId xmlns:a16="http://schemas.microsoft.com/office/drawing/2014/main" id="{83A72EA3-8833-41C6-9333-6A04C1C08DF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IN"/>
              </a:p>
            </p:txBody>
          </p:sp>
          <p:sp>
            <p:nvSpPr>
              <p:cNvPr id="37" name="Freeform 17">
                <a:extLst>
                  <a:ext uri="{FF2B5EF4-FFF2-40B4-BE49-F238E27FC236}">
                    <a16:creationId xmlns:a16="http://schemas.microsoft.com/office/drawing/2014/main" id="{2C0D7AAB-DC9C-4B37-A50E-A7185DE92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8" name="Freeform 18">
                <a:extLst>
                  <a:ext uri="{FF2B5EF4-FFF2-40B4-BE49-F238E27FC236}">
                    <a16:creationId xmlns:a16="http://schemas.microsoft.com/office/drawing/2014/main" id="{6E7D9D6B-3455-4363-934B-FA2D6829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9" name="Freeform 19">
                <a:extLst>
                  <a:ext uri="{FF2B5EF4-FFF2-40B4-BE49-F238E27FC236}">
                    <a16:creationId xmlns:a16="http://schemas.microsoft.com/office/drawing/2014/main" id="{FFFFCA54-2217-4DAE-B791-4A6CA7DE0B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40" name="Freeform 20">
                <a:extLst>
                  <a:ext uri="{FF2B5EF4-FFF2-40B4-BE49-F238E27FC236}">
                    <a16:creationId xmlns:a16="http://schemas.microsoft.com/office/drawing/2014/main" id="{BAE43BA5-C104-4FBB-B1C6-C210D3CC532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41" name="Rectangle 21">
                <a:extLst>
                  <a:ext uri="{FF2B5EF4-FFF2-40B4-BE49-F238E27FC236}">
                    <a16:creationId xmlns:a16="http://schemas.microsoft.com/office/drawing/2014/main" id="{3BDB2330-DF01-460D-83FB-00C37965CD5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IN"/>
              </a:p>
            </p:txBody>
          </p:sp>
          <p:sp>
            <p:nvSpPr>
              <p:cNvPr id="42" name="Freeform 22">
                <a:extLst>
                  <a:ext uri="{FF2B5EF4-FFF2-40B4-BE49-F238E27FC236}">
                    <a16:creationId xmlns:a16="http://schemas.microsoft.com/office/drawing/2014/main" id="{51261093-9B7F-4406-B2F8-0F5BE7676A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43" name="Freeform 23">
                <a:extLst>
                  <a:ext uri="{FF2B5EF4-FFF2-40B4-BE49-F238E27FC236}">
                    <a16:creationId xmlns:a16="http://schemas.microsoft.com/office/drawing/2014/main" id="{9971E195-2AB6-4CB6-9BD7-A8407B5C809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44" name="Freeform 24">
                <a:extLst>
                  <a:ext uri="{FF2B5EF4-FFF2-40B4-BE49-F238E27FC236}">
                    <a16:creationId xmlns:a16="http://schemas.microsoft.com/office/drawing/2014/main" id="{A3D843E7-8A86-4676-9C98-DECE0DFF67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45" name="Freeform 25">
                <a:extLst>
                  <a:ext uri="{FF2B5EF4-FFF2-40B4-BE49-F238E27FC236}">
                    <a16:creationId xmlns:a16="http://schemas.microsoft.com/office/drawing/2014/main" id="{FAF42817-AB3E-40FA-997F-EAC1411F465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46" name="Freeform 26">
                <a:extLst>
                  <a:ext uri="{FF2B5EF4-FFF2-40B4-BE49-F238E27FC236}">
                    <a16:creationId xmlns:a16="http://schemas.microsoft.com/office/drawing/2014/main" id="{50ED3298-A6DC-4825-93B1-68DB8CB629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47" name="Freeform 27">
                <a:extLst>
                  <a:ext uri="{FF2B5EF4-FFF2-40B4-BE49-F238E27FC236}">
                    <a16:creationId xmlns:a16="http://schemas.microsoft.com/office/drawing/2014/main" id="{2B951778-3B6B-4BB9-9D89-2ED650C820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48" name="Freeform 28">
                <a:extLst>
                  <a:ext uri="{FF2B5EF4-FFF2-40B4-BE49-F238E27FC236}">
                    <a16:creationId xmlns:a16="http://schemas.microsoft.com/office/drawing/2014/main" id="{8F3ED9A8-A83F-463A-8C2E-E83977D9A9C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49" name="Freeform 29">
                <a:extLst>
                  <a:ext uri="{FF2B5EF4-FFF2-40B4-BE49-F238E27FC236}">
                    <a16:creationId xmlns:a16="http://schemas.microsoft.com/office/drawing/2014/main" id="{9A0C113E-781D-4083-86C0-EC936092D2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50" name="Freeform 30">
                <a:extLst>
                  <a:ext uri="{FF2B5EF4-FFF2-40B4-BE49-F238E27FC236}">
                    <a16:creationId xmlns:a16="http://schemas.microsoft.com/office/drawing/2014/main" id="{B63D60EF-1E99-4D4C-BF11-AAF8ABEB86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51" name="Freeform 31">
                <a:extLst>
                  <a:ext uri="{FF2B5EF4-FFF2-40B4-BE49-F238E27FC236}">
                    <a16:creationId xmlns:a16="http://schemas.microsoft.com/office/drawing/2014/main" id="{50403E41-7079-49EA-8D0B-4F678552D9B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grpSp>
        <p:grpSp>
          <p:nvGrpSpPr>
            <p:cNvPr id="14" name="Group 13">
              <a:extLst>
                <a:ext uri="{FF2B5EF4-FFF2-40B4-BE49-F238E27FC236}">
                  <a16:creationId xmlns:a16="http://schemas.microsoft.com/office/drawing/2014/main" id="{E3B2C458-4D37-49A0-A94E-D516E05C3CC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227597" y="0"/>
              <a:ext cx="674688" cy="6848476"/>
              <a:chOff x="11364912" y="0"/>
              <a:chExt cx="674688" cy="6848476"/>
            </a:xfrm>
            <a:gradFill flip="none" rotWithShape="1">
              <a:gsLst>
                <a:gs pos="0">
                  <a:schemeClr val="bg2"/>
                </a:gs>
                <a:gs pos="100000">
                  <a:schemeClr val="tx2">
                    <a:lumMod val="60000"/>
                    <a:lumOff val="40000"/>
                  </a:schemeClr>
                </a:gs>
              </a:gsLst>
              <a:lin ang="5400000" scaled="0"/>
              <a:tileRect/>
            </a:gradFill>
          </p:grpSpPr>
          <p:sp>
            <p:nvSpPr>
              <p:cNvPr id="15" name="Freeform 32">
                <a:extLst>
                  <a:ext uri="{FF2B5EF4-FFF2-40B4-BE49-F238E27FC236}">
                    <a16:creationId xmlns:a16="http://schemas.microsoft.com/office/drawing/2014/main" id="{C1B10016-E0C4-4526-A466-9911541D26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6" name="Freeform 33">
                <a:extLst>
                  <a:ext uri="{FF2B5EF4-FFF2-40B4-BE49-F238E27FC236}">
                    <a16:creationId xmlns:a16="http://schemas.microsoft.com/office/drawing/2014/main" id="{D574C3F0-FC2B-43A3-94B2-75D305FBF7D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7" name="Freeform 34">
                <a:extLst>
                  <a:ext uri="{FF2B5EF4-FFF2-40B4-BE49-F238E27FC236}">
                    <a16:creationId xmlns:a16="http://schemas.microsoft.com/office/drawing/2014/main" id="{D92A5F66-F404-433B-BDBE-5E0DFF40D65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8" name="Freeform 35">
                <a:extLst>
                  <a:ext uri="{FF2B5EF4-FFF2-40B4-BE49-F238E27FC236}">
                    <a16:creationId xmlns:a16="http://schemas.microsoft.com/office/drawing/2014/main" id="{0A0BDF81-64CC-431D-81B1-A21938C054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9" name="Freeform 36">
                <a:extLst>
                  <a:ext uri="{FF2B5EF4-FFF2-40B4-BE49-F238E27FC236}">
                    <a16:creationId xmlns:a16="http://schemas.microsoft.com/office/drawing/2014/main" id="{42871530-50EC-42C2-879A-AE8154DADC0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0" name="Freeform 37">
                <a:extLst>
                  <a:ext uri="{FF2B5EF4-FFF2-40B4-BE49-F238E27FC236}">
                    <a16:creationId xmlns:a16="http://schemas.microsoft.com/office/drawing/2014/main" id="{53AF2F2A-B148-4906-B90D-6E22239784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1" name="Freeform 38">
                <a:extLst>
                  <a:ext uri="{FF2B5EF4-FFF2-40B4-BE49-F238E27FC236}">
                    <a16:creationId xmlns:a16="http://schemas.microsoft.com/office/drawing/2014/main" id="{9A79EAA4-6F5D-4A2C-B688-CD29C2217C0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2" name="Freeform 39">
                <a:extLst>
                  <a:ext uri="{FF2B5EF4-FFF2-40B4-BE49-F238E27FC236}">
                    <a16:creationId xmlns:a16="http://schemas.microsoft.com/office/drawing/2014/main" id="{B9CE5833-22CF-4408-9338-4B7749FEA3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3" name="Freeform 40">
                <a:extLst>
                  <a:ext uri="{FF2B5EF4-FFF2-40B4-BE49-F238E27FC236}">
                    <a16:creationId xmlns:a16="http://schemas.microsoft.com/office/drawing/2014/main" id="{316A985A-7ADD-4BEE-A7B6-E5B49E1839E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4" name="Rectangle 41">
                <a:extLst>
                  <a:ext uri="{FF2B5EF4-FFF2-40B4-BE49-F238E27FC236}">
                    <a16:creationId xmlns:a16="http://schemas.microsoft.com/office/drawing/2014/main" id="{352CFA3F-5CFE-412E-9196-C966F34579D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IN"/>
              </a:p>
            </p:txBody>
          </p:sp>
        </p:grpSp>
      </p:grpSp>
      <p:pic>
        <p:nvPicPr>
          <p:cNvPr id="53" name="Picture 2">
            <a:extLst>
              <a:ext uri="{FF2B5EF4-FFF2-40B4-BE49-F238E27FC236}">
                <a16:creationId xmlns:a16="http://schemas.microsoft.com/office/drawing/2014/main" id="{2FB01CCF-839B-4126-9BF9-132C64D8A1A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xmlns:p14="http://schemas.microsoft.com/office/powerpoint/2010/main" xmlns:a16="http://schemas.microsoft.com/office/drawing/2014/main" xmlns="">
                <a:solidFill>
                  <a:srgbClr val="FFFFFF"/>
                </a:solidFill>
              </a14:hiddenFill>
            </a:ext>
          </a:extLst>
        </p:spPr>
      </p:pic>
      <p:sp useBgFill="1">
        <p:nvSpPr>
          <p:cNvPr id="55" name="Round Diagonal Corner Rectangle 6">
            <a:extLst>
              <a:ext uri="{FF2B5EF4-FFF2-40B4-BE49-F238E27FC236}">
                <a16:creationId xmlns:a16="http://schemas.microsoft.com/office/drawing/2014/main" id="{F2B1468C-8227-4785-8776-7BDBDDF08F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4579" y="808057"/>
            <a:ext cx="3821429" cy="5234394"/>
          </a:xfrm>
          <a:prstGeom prst="round2DiagRect">
            <a:avLst>
              <a:gd name="adj1" fmla="val 11323"/>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Robot">
            <a:extLst>
              <a:ext uri="{FF2B5EF4-FFF2-40B4-BE49-F238E27FC236}">
                <a16:creationId xmlns:a16="http://schemas.microsoft.com/office/drawing/2014/main" id="{027BEF1E-7A12-E1E7-4912-BC392328C96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26617" y="1836950"/>
            <a:ext cx="3178638" cy="3178638"/>
          </a:xfrm>
          <a:prstGeom prst="rect">
            <a:avLst/>
          </a:prstGeom>
        </p:spPr>
      </p:pic>
      <p:sp>
        <p:nvSpPr>
          <p:cNvPr id="3" name="Content Placeholder 2">
            <a:extLst>
              <a:ext uri="{FF2B5EF4-FFF2-40B4-BE49-F238E27FC236}">
                <a16:creationId xmlns:a16="http://schemas.microsoft.com/office/drawing/2014/main" id="{34F9CCE2-9E05-DD4C-AF0D-42AECD0277F7}"/>
              </a:ext>
            </a:extLst>
          </p:cNvPr>
          <p:cNvSpPr>
            <a:spLocks noGrp="1"/>
          </p:cNvSpPr>
          <p:nvPr>
            <p:ph idx="1"/>
          </p:nvPr>
        </p:nvSpPr>
        <p:spPr>
          <a:xfrm>
            <a:off x="4752087" y="169048"/>
            <a:ext cx="7373238" cy="6600585"/>
          </a:xfrm>
        </p:spPr>
        <p:txBody>
          <a:bodyPr>
            <a:normAutofit fontScale="85000" lnSpcReduction="20000"/>
          </a:bodyPr>
          <a:lstStyle/>
          <a:p>
            <a:pPr marL="0" indent="0">
              <a:lnSpc>
                <a:spcPct val="110000"/>
              </a:lnSpc>
              <a:buNone/>
            </a:pPr>
            <a:r>
              <a:rPr lang="en-US" sz="1900" dirty="0">
                <a:solidFill>
                  <a:srgbClr val="FF0000"/>
                </a:solidFill>
                <a:highlight>
                  <a:srgbClr val="FFFF00"/>
                </a:highlight>
              </a:rPr>
              <a:t>5. Manufacturing</a:t>
            </a:r>
          </a:p>
          <a:p>
            <a:pPr marL="0" indent="0">
              <a:lnSpc>
                <a:spcPct val="110000"/>
              </a:lnSpc>
              <a:buNone/>
            </a:pPr>
            <a:r>
              <a:rPr lang="en-US" sz="1400" dirty="0">
                <a:solidFill>
                  <a:srgbClr val="FFFFFF"/>
                </a:solidFill>
              </a:rPr>
              <a:t>Predictive Maintenance: AI predicts equipment failures by analyzing performance data, reducing downtime and maintenance costs.</a:t>
            </a:r>
          </a:p>
          <a:p>
            <a:pPr marL="0" indent="0">
              <a:lnSpc>
                <a:spcPct val="110000"/>
              </a:lnSpc>
              <a:buNone/>
            </a:pPr>
            <a:r>
              <a:rPr lang="en-US" sz="1400" dirty="0">
                <a:solidFill>
                  <a:srgbClr val="FFFFFF"/>
                </a:solidFill>
              </a:rPr>
              <a:t>Supply Chain Optimization: AI tools optimize inventory levels and supply chain logistics to improve efficiency.</a:t>
            </a:r>
          </a:p>
          <a:p>
            <a:pPr marL="0" indent="0">
              <a:lnSpc>
                <a:spcPct val="110000"/>
              </a:lnSpc>
              <a:buNone/>
            </a:pPr>
            <a:r>
              <a:rPr lang="en-US" sz="1900" dirty="0">
                <a:solidFill>
                  <a:srgbClr val="FF0000"/>
                </a:solidFill>
                <a:highlight>
                  <a:srgbClr val="FFFF00"/>
                </a:highlight>
              </a:rPr>
              <a:t>6. Education</a:t>
            </a:r>
          </a:p>
          <a:p>
            <a:pPr marL="0" indent="0">
              <a:lnSpc>
                <a:spcPct val="110000"/>
              </a:lnSpc>
              <a:buNone/>
            </a:pPr>
            <a:r>
              <a:rPr lang="en-US" sz="1400" dirty="0">
                <a:solidFill>
                  <a:srgbClr val="FFFFFF"/>
                </a:solidFill>
              </a:rPr>
              <a:t>Personalized Learning: AI systems adapt educational content based on individual student performance and learning styles.</a:t>
            </a:r>
          </a:p>
          <a:p>
            <a:pPr marL="0" indent="0">
              <a:lnSpc>
                <a:spcPct val="110000"/>
              </a:lnSpc>
              <a:buNone/>
            </a:pPr>
            <a:r>
              <a:rPr lang="en-US" sz="1400" dirty="0">
                <a:solidFill>
                  <a:srgbClr val="FFFFFF"/>
                </a:solidFill>
              </a:rPr>
              <a:t>Automated Grading: AI can assist teachers by grading assignments and providing feedback to students.</a:t>
            </a:r>
          </a:p>
          <a:p>
            <a:pPr marL="0" indent="0">
              <a:lnSpc>
                <a:spcPct val="110000"/>
              </a:lnSpc>
              <a:buNone/>
            </a:pPr>
            <a:r>
              <a:rPr lang="en-US" sz="1900" dirty="0">
                <a:solidFill>
                  <a:srgbClr val="FF0000"/>
                </a:solidFill>
                <a:highlight>
                  <a:srgbClr val="FFFF00"/>
                </a:highlight>
              </a:rPr>
              <a:t>7. Transportation</a:t>
            </a:r>
          </a:p>
          <a:p>
            <a:pPr marL="0" indent="0">
              <a:lnSpc>
                <a:spcPct val="110000"/>
              </a:lnSpc>
              <a:buNone/>
            </a:pPr>
            <a:r>
              <a:rPr lang="en-US" sz="1400" dirty="0">
                <a:solidFill>
                  <a:srgbClr val="FFFFFF"/>
                </a:solidFill>
              </a:rPr>
              <a:t>Autonomous Vehicles: AI enables self-driving cars to navigate safely by interpreting sensor data and making decisions on the road.</a:t>
            </a:r>
          </a:p>
          <a:p>
            <a:pPr marL="0" indent="0">
              <a:lnSpc>
                <a:spcPct val="110000"/>
              </a:lnSpc>
              <a:buNone/>
            </a:pPr>
            <a:r>
              <a:rPr lang="en-US" sz="1400" dirty="0">
                <a:solidFill>
                  <a:srgbClr val="FFFFFF"/>
                </a:solidFill>
              </a:rPr>
              <a:t>Traffic Management: AI analyzes traffic patterns to optimize signal timing and reduce congestion.</a:t>
            </a:r>
          </a:p>
          <a:p>
            <a:pPr marL="0" indent="0">
              <a:lnSpc>
                <a:spcPct val="110000"/>
              </a:lnSpc>
              <a:buNone/>
            </a:pPr>
            <a:r>
              <a:rPr lang="en-US" sz="1900" dirty="0">
                <a:solidFill>
                  <a:srgbClr val="FF0000"/>
                </a:solidFill>
                <a:highlight>
                  <a:srgbClr val="FFFF00"/>
                </a:highlight>
              </a:rPr>
              <a:t>8. Human Resources</a:t>
            </a:r>
          </a:p>
          <a:p>
            <a:pPr marL="0" indent="0">
              <a:lnSpc>
                <a:spcPct val="110000"/>
              </a:lnSpc>
              <a:buNone/>
            </a:pPr>
            <a:r>
              <a:rPr lang="en-US" sz="1400" dirty="0">
                <a:solidFill>
                  <a:srgbClr val="FFFFFF"/>
                </a:solidFill>
              </a:rPr>
              <a:t>Recruitment Automation: AI tools screen resumes and match candidates to job postings based on skills and experiences.</a:t>
            </a:r>
          </a:p>
          <a:p>
            <a:pPr marL="0" indent="0">
              <a:lnSpc>
                <a:spcPct val="110000"/>
              </a:lnSpc>
              <a:buNone/>
            </a:pPr>
            <a:r>
              <a:rPr lang="en-US" sz="1400" dirty="0">
                <a:solidFill>
                  <a:srgbClr val="FFFFFF"/>
                </a:solidFill>
              </a:rPr>
              <a:t>Employee Engagement: AI analyzes employee feedback to improve workplace satisfaction and retention.</a:t>
            </a:r>
          </a:p>
          <a:p>
            <a:pPr marL="0" indent="0">
              <a:lnSpc>
                <a:spcPct val="110000"/>
              </a:lnSpc>
              <a:buNone/>
            </a:pPr>
            <a:r>
              <a:rPr lang="en-US" sz="1900" dirty="0">
                <a:solidFill>
                  <a:srgbClr val="FF0000"/>
                </a:solidFill>
                <a:highlight>
                  <a:srgbClr val="FFFF00"/>
                </a:highlight>
              </a:rPr>
              <a:t>9. Security</a:t>
            </a:r>
          </a:p>
          <a:p>
            <a:pPr marL="0" indent="0">
              <a:lnSpc>
                <a:spcPct val="110000"/>
              </a:lnSpc>
              <a:buNone/>
            </a:pPr>
            <a:r>
              <a:rPr lang="en-US" sz="1400" dirty="0">
                <a:solidFill>
                  <a:srgbClr val="FFFFFF"/>
                </a:solidFill>
              </a:rPr>
              <a:t>Surveillance Systems: AI enhances security cameras by detecting unusual behavior or recognizing faces in real-time.</a:t>
            </a:r>
          </a:p>
          <a:p>
            <a:pPr marL="0" indent="0">
              <a:lnSpc>
                <a:spcPct val="110000"/>
              </a:lnSpc>
              <a:buNone/>
            </a:pPr>
            <a:r>
              <a:rPr lang="en-US" sz="1400" dirty="0">
                <a:solidFill>
                  <a:srgbClr val="FFFFFF"/>
                </a:solidFill>
              </a:rPr>
              <a:t>Cybersecurity: AI identifies vulnerabilities and responds to cyber threats faster than traditional methods.</a:t>
            </a:r>
          </a:p>
          <a:p>
            <a:pPr marL="0" indent="0">
              <a:lnSpc>
                <a:spcPct val="110000"/>
              </a:lnSpc>
              <a:buNone/>
            </a:pPr>
            <a:r>
              <a:rPr lang="en-US" sz="1900" dirty="0">
                <a:solidFill>
                  <a:srgbClr val="FF0000"/>
                </a:solidFill>
                <a:highlight>
                  <a:srgbClr val="FFFF00"/>
                </a:highlight>
              </a:rPr>
              <a:t>10. Entertainment</a:t>
            </a:r>
          </a:p>
          <a:p>
            <a:pPr marL="0" indent="0">
              <a:lnSpc>
                <a:spcPct val="110000"/>
              </a:lnSpc>
              <a:buNone/>
            </a:pPr>
            <a:r>
              <a:rPr lang="en-US" sz="1400" dirty="0">
                <a:solidFill>
                  <a:srgbClr val="FFFFFF"/>
                </a:solidFill>
              </a:rPr>
              <a:t>Recommendation Systems: Platforms like Netflix and Spotify use AI to recommend content based on user preferences and behaviors.</a:t>
            </a:r>
          </a:p>
          <a:p>
            <a:pPr marL="0" indent="0">
              <a:lnSpc>
                <a:spcPct val="110000"/>
              </a:lnSpc>
              <a:buNone/>
            </a:pPr>
            <a:r>
              <a:rPr lang="en-US" sz="1400" dirty="0">
                <a:solidFill>
                  <a:srgbClr val="FFFFFF"/>
                </a:solidFill>
              </a:rPr>
              <a:t>Game Development: AI enhances game character behaviors, making interactions more realistic and engaging.</a:t>
            </a:r>
          </a:p>
          <a:p>
            <a:pPr>
              <a:lnSpc>
                <a:spcPct val="110000"/>
              </a:lnSpc>
            </a:pPr>
            <a:endParaRPr lang="en-IN" sz="600" dirty="0">
              <a:solidFill>
                <a:srgbClr val="FFFFFF"/>
              </a:solidFill>
            </a:endParaRPr>
          </a:p>
        </p:txBody>
      </p:sp>
    </p:spTree>
    <p:extLst>
      <p:ext uri="{BB962C8B-B14F-4D97-AF65-F5344CB8AC3E}">
        <p14:creationId xmlns:p14="http://schemas.microsoft.com/office/powerpoint/2010/main" val="308070156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48DC7-E3CD-B52A-0E04-3276EE4CFEFD}"/>
              </a:ext>
            </a:extLst>
          </p:cNvPr>
          <p:cNvSpPr>
            <a:spLocks noGrp="1"/>
          </p:cNvSpPr>
          <p:nvPr>
            <p:ph type="title"/>
          </p:nvPr>
        </p:nvSpPr>
        <p:spPr/>
        <p:txBody>
          <a:bodyPr/>
          <a:lstStyle/>
          <a:p>
            <a:r>
              <a:rPr lang="en-IN" dirty="0"/>
              <a:t>End talk</a:t>
            </a:r>
          </a:p>
        </p:txBody>
      </p:sp>
      <p:sp>
        <p:nvSpPr>
          <p:cNvPr id="3" name="Content Placeholder 2">
            <a:extLst>
              <a:ext uri="{FF2B5EF4-FFF2-40B4-BE49-F238E27FC236}">
                <a16:creationId xmlns:a16="http://schemas.microsoft.com/office/drawing/2014/main" id="{763EC270-2F9A-FD27-FF97-CB5E2B41A42E}"/>
              </a:ext>
            </a:extLst>
          </p:cNvPr>
          <p:cNvSpPr>
            <a:spLocks noGrp="1"/>
          </p:cNvSpPr>
          <p:nvPr>
            <p:ph idx="1"/>
          </p:nvPr>
        </p:nvSpPr>
        <p:spPr/>
        <p:txBody>
          <a:bodyPr/>
          <a:lstStyle/>
          <a:p>
            <a:pPr marL="0" indent="0">
              <a:buNone/>
            </a:pPr>
            <a:endParaRPr lang="en-US" dirty="0"/>
          </a:p>
          <a:p>
            <a:pPr marL="0" indent="0">
              <a:buNone/>
            </a:pPr>
            <a:r>
              <a:rPr lang="en-US" dirty="0"/>
              <a:t>AI tools are versatile and can enhance efficiency, personalization, and decision-making across many industries. By leveraging data, AI enables organizations to automate processes, improve customer experiences, and drive innovation.</a:t>
            </a:r>
            <a:endParaRPr lang="en-IN" dirty="0"/>
          </a:p>
        </p:txBody>
      </p:sp>
    </p:spTree>
    <p:extLst>
      <p:ext uri="{BB962C8B-B14F-4D97-AF65-F5344CB8AC3E}">
        <p14:creationId xmlns:p14="http://schemas.microsoft.com/office/powerpoint/2010/main" val="3108349678"/>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8" name="Rectangle 10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09"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IN"/>
            </a:p>
          </p:txBody>
        </p:sp>
        <p:sp>
          <p:nvSpPr>
            <p:cNvPr id="110"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IN"/>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IN"/>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grpSp>
      <p:sp>
        <p:nvSpPr>
          <p:cNvPr id="2" name="Title 1">
            <a:extLst>
              <a:ext uri="{FF2B5EF4-FFF2-40B4-BE49-F238E27FC236}">
                <a16:creationId xmlns:a16="http://schemas.microsoft.com/office/drawing/2014/main" id="{63259842-6F8A-D0FF-BDF0-4E07E6B93AAD}"/>
              </a:ext>
            </a:extLst>
          </p:cNvPr>
          <p:cNvSpPr>
            <a:spLocks noGrp="1"/>
          </p:cNvSpPr>
          <p:nvPr>
            <p:ph type="title"/>
          </p:nvPr>
        </p:nvSpPr>
        <p:spPr>
          <a:xfrm>
            <a:off x="1019015" y="1093787"/>
            <a:ext cx="3059969" cy="4697413"/>
          </a:xfrm>
        </p:spPr>
        <p:txBody>
          <a:bodyPr>
            <a:normAutofit/>
          </a:bodyPr>
          <a:lstStyle/>
          <a:p>
            <a:r>
              <a:rPr lang="en-US" b="0" i="0" dirty="0">
                <a:effectLst/>
                <a:latin typeface="ColfaxAI"/>
              </a:rPr>
              <a:t>Generative AI (</a:t>
            </a:r>
            <a:r>
              <a:rPr lang="en-US" b="0" i="0" dirty="0" err="1">
                <a:effectLst/>
                <a:latin typeface="ColfaxAI"/>
              </a:rPr>
              <a:t>GenAI</a:t>
            </a:r>
            <a:r>
              <a:rPr lang="en-US" b="0" i="0" dirty="0">
                <a:effectLst/>
                <a:latin typeface="ColfaxAI"/>
              </a:rPr>
              <a:t>) for code analysis</a:t>
            </a:r>
            <a:endParaRPr lang="en-IN" dirty="0"/>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3CFA34A-23EB-C871-49BB-05F7F785952C}"/>
              </a:ext>
            </a:extLst>
          </p:cNvPr>
          <p:cNvSpPr>
            <a:spLocks noGrp="1"/>
          </p:cNvSpPr>
          <p:nvPr>
            <p:ph idx="1"/>
          </p:nvPr>
        </p:nvSpPr>
        <p:spPr>
          <a:xfrm>
            <a:off x="5215467" y="1093788"/>
            <a:ext cx="5831944" cy="4697413"/>
          </a:xfrm>
        </p:spPr>
        <p:txBody>
          <a:bodyPr>
            <a:normAutofit/>
          </a:bodyPr>
          <a:lstStyle/>
          <a:p>
            <a:pPr marL="0" indent="0">
              <a:buNone/>
            </a:pPr>
            <a:r>
              <a:rPr lang="en-US" b="0" i="0" dirty="0">
                <a:effectLst/>
                <a:latin typeface="ColfaxAI"/>
              </a:rPr>
              <a:t>Generative AI (</a:t>
            </a:r>
            <a:r>
              <a:rPr lang="en-US" b="0" i="0" dirty="0" err="1">
                <a:effectLst/>
                <a:latin typeface="ColfaxAI"/>
              </a:rPr>
              <a:t>GenAI</a:t>
            </a:r>
            <a:r>
              <a:rPr lang="en-US" b="0" i="0" dirty="0">
                <a:effectLst/>
                <a:latin typeface="ColfaxAI"/>
              </a:rPr>
              <a:t>) for code analysis refers to the use of artificial intelligence systems that can understand, analyze, and generate code. These systems are designed to assist developers by improving code quality, identifying bugs, suggesting improvements, and even generating code snippets based on given requirements. Below are key points and steps to utilize</a:t>
            </a:r>
            <a:endParaRPr lang="en-IN" dirty="0"/>
          </a:p>
        </p:txBody>
      </p:sp>
    </p:spTree>
    <p:extLst>
      <p:ext uri="{BB962C8B-B14F-4D97-AF65-F5344CB8AC3E}">
        <p14:creationId xmlns:p14="http://schemas.microsoft.com/office/powerpoint/2010/main" val="1771690608"/>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4B9C16B-AC4A-44ED-9075-F76549B46E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1" name="Group 40">
            <a:extLst>
              <a:ext uri="{FF2B5EF4-FFF2-40B4-BE49-F238E27FC236}">
                <a16:creationId xmlns:a16="http://schemas.microsoft.com/office/drawing/2014/main" id="{62A2FEB6-F419-4684-9ABC-9E32E012E8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00" y="-11384"/>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43" name="Rectangle 5">
              <a:extLst>
                <a:ext uri="{FF2B5EF4-FFF2-40B4-BE49-F238E27FC236}">
                  <a16:creationId xmlns:a16="http://schemas.microsoft.com/office/drawing/2014/main" id="{21E24A15-28D6-4CEB-9268-0BB0BEEAF38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miter lim="800000"/>
                  <a:headEnd/>
                  <a:tailEnd/>
                </a14:hiddenLine>
              </a:ext>
            </a:extLst>
          </p:spPr>
          <p:txBody>
            <a:bodyPr/>
            <a:lstStyle/>
            <a:p>
              <a:endParaRPr lang="en-IN"/>
            </a:p>
          </p:txBody>
        </p:sp>
        <p:sp>
          <p:nvSpPr>
            <p:cNvPr id="72" name="Freeform 6">
              <a:extLst>
                <a:ext uri="{FF2B5EF4-FFF2-40B4-BE49-F238E27FC236}">
                  <a16:creationId xmlns:a16="http://schemas.microsoft.com/office/drawing/2014/main" id="{4345933F-9633-4510-90E1-08B0E2A19E7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74" name="Freeform 7">
              <a:extLst>
                <a:ext uri="{FF2B5EF4-FFF2-40B4-BE49-F238E27FC236}">
                  <a16:creationId xmlns:a16="http://schemas.microsoft.com/office/drawing/2014/main" id="{C68A48FB-1BE4-4053-A76F-5A5511BA0E0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75" name="Freeform 8">
              <a:extLst>
                <a:ext uri="{FF2B5EF4-FFF2-40B4-BE49-F238E27FC236}">
                  <a16:creationId xmlns:a16="http://schemas.microsoft.com/office/drawing/2014/main" id="{8149777B-6A9F-4C95-BF44-F964645071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76" name="Freeform 9">
              <a:extLst>
                <a:ext uri="{FF2B5EF4-FFF2-40B4-BE49-F238E27FC236}">
                  <a16:creationId xmlns:a16="http://schemas.microsoft.com/office/drawing/2014/main" id="{0654845E-622A-4AD3-8F3A-6E1DEAB5FCA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77" name="Freeform 10">
              <a:extLst>
                <a:ext uri="{FF2B5EF4-FFF2-40B4-BE49-F238E27FC236}">
                  <a16:creationId xmlns:a16="http://schemas.microsoft.com/office/drawing/2014/main" id="{DF1C0739-3D08-4C83-857E-B0724A6E8C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78" name="Freeform 11">
              <a:extLst>
                <a:ext uri="{FF2B5EF4-FFF2-40B4-BE49-F238E27FC236}">
                  <a16:creationId xmlns:a16="http://schemas.microsoft.com/office/drawing/2014/main" id="{D235EAA0-7D5A-453A-9643-EE7A4954EA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79" name="Freeform 12">
              <a:extLst>
                <a:ext uri="{FF2B5EF4-FFF2-40B4-BE49-F238E27FC236}">
                  <a16:creationId xmlns:a16="http://schemas.microsoft.com/office/drawing/2014/main" id="{94C6FB7C-72DE-42DE-8F58-CCE9B8F5562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80" name="Freeform 13">
              <a:extLst>
                <a:ext uri="{FF2B5EF4-FFF2-40B4-BE49-F238E27FC236}">
                  <a16:creationId xmlns:a16="http://schemas.microsoft.com/office/drawing/2014/main" id="{FE31E0FE-EC8D-4EA7-BD9D-02F8C54FDB3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81" name="Freeform 14">
              <a:extLst>
                <a:ext uri="{FF2B5EF4-FFF2-40B4-BE49-F238E27FC236}">
                  <a16:creationId xmlns:a16="http://schemas.microsoft.com/office/drawing/2014/main" id="{69FE4B12-13E0-48F9-9E18-66406B8D3C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82" name="Freeform 15">
              <a:extLst>
                <a:ext uri="{FF2B5EF4-FFF2-40B4-BE49-F238E27FC236}">
                  <a16:creationId xmlns:a16="http://schemas.microsoft.com/office/drawing/2014/main" id="{87FAADC3-B321-43EE-B8F3-2842D84098D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83" name="Line 16">
              <a:extLst>
                <a:ext uri="{FF2B5EF4-FFF2-40B4-BE49-F238E27FC236}">
                  <a16:creationId xmlns:a16="http://schemas.microsoft.com/office/drawing/2014/main" id="{90461464-1683-402F-A72B-8558CC67774C}"/>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IN"/>
            </a:p>
          </p:txBody>
        </p:sp>
        <p:sp>
          <p:nvSpPr>
            <p:cNvPr id="84" name="Freeform 17">
              <a:extLst>
                <a:ext uri="{FF2B5EF4-FFF2-40B4-BE49-F238E27FC236}">
                  <a16:creationId xmlns:a16="http://schemas.microsoft.com/office/drawing/2014/main" id="{70F594E7-32D0-45B9-A3CF-636CF6FCBD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85" name="Freeform 18">
              <a:extLst>
                <a:ext uri="{FF2B5EF4-FFF2-40B4-BE49-F238E27FC236}">
                  <a16:creationId xmlns:a16="http://schemas.microsoft.com/office/drawing/2014/main" id="{8AEF60E1-26C2-4E3C-B839-347DDD23C3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86" name="Freeform 19">
              <a:extLst>
                <a:ext uri="{FF2B5EF4-FFF2-40B4-BE49-F238E27FC236}">
                  <a16:creationId xmlns:a16="http://schemas.microsoft.com/office/drawing/2014/main" id="{792FE54B-EE9D-4E57-B6BC-6A9196BE89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87" name="Freeform 20">
              <a:extLst>
                <a:ext uri="{FF2B5EF4-FFF2-40B4-BE49-F238E27FC236}">
                  <a16:creationId xmlns:a16="http://schemas.microsoft.com/office/drawing/2014/main" id="{72BE56DF-619D-463E-8F88-CABA09DA88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88" name="Rectangle 21">
              <a:extLst>
                <a:ext uri="{FF2B5EF4-FFF2-40B4-BE49-F238E27FC236}">
                  <a16:creationId xmlns:a16="http://schemas.microsoft.com/office/drawing/2014/main" id="{C7430457-1935-4BBF-A6A7-7C3125A02EF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miter lim="800000"/>
                  <a:headEnd/>
                  <a:tailEnd/>
                </a14:hiddenLine>
              </a:ext>
            </a:extLst>
          </p:spPr>
          <p:txBody>
            <a:bodyPr/>
            <a:lstStyle/>
            <a:p>
              <a:endParaRPr lang="en-IN"/>
            </a:p>
          </p:txBody>
        </p:sp>
        <p:sp>
          <p:nvSpPr>
            <p:cNvPr id="89" name="Freeform 22">
              <a:extLst>
                <a:ext uri="{FF2B5EF4-FFF2-40B4-BE49-F238E27FC236}">
                  <a16:creationId xmlns:a16="http://schemas.microsoft.com/office/drawing/2014/main" id="{BB006150-E547-4E84-A2B1-59131F3D53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90" name="Freeform 23">
              <a:extLst>
                <a:ext uri="{FF2B5EF4-FFF2-40B4-BE49-F238E27FC236}">
                  <a16:creationId xmlns:a16="http://schemas.microsoft.com/office/drawing/2014/main" id="{5A8CD074-956B-41A4-870B-001554B69B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91" name="Freeform 24">
              <a:extLst>
                <a:ext uri="{FF2B5EF4-FFF2-40B4-BE49-F238E27FC236}">
                  <a16:creationId xmlns:a16="http://schemas.microsoft.com/office/drawing/2014/main" id="{070C253B-974E-459F-AD0B-7057224828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92" name="Freeform 25">
              <a:extLst>
                <a:ext uri="{FF2B5EF4-FFF2-40B4-BE49-F238E27FC236}">
                  <a16:creationId xmlns:a16="http://schemas.microsoft.com/office/drawing/2014/main" id="{BBC07B3D-A631-44EA-861A-7D80383A102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93" name="Freeform 26">
              <a:extLst>
                <a:ext uri="{FF2B5EF4-FFF2-40B4-BE49-F238E27FC236}">
                  <a16:creationId xmlns:a16="http://schemas.microsoft.com/office/drawing/2014/main" id="{32039DC6-B4CF-4A5A-8D17-3A568D125C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94" name="Freeform 27">
              <a:extLst>
                <a:ext uri="{FF2B5EF4-FFF2-40B4-BE49-F238E27FC236}">
                  <a16:creationId xmlns:a16="http://schemas.microsoft.com/office/drawing/2014/main" id="{99E0C81F-5D8D-4AF8-BDE5-4DF75868F7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95" name="Freeform 28">
              <a:extLst>
                <a:ext uri="{FF2B5EF4-FFF2-40B4-BE49-F238E27FC236}">
                  <a16:creationId xmlns:a16="http://schemas.microsoft.com/office/drawing/2014/main" id="{0D946680-855C-41EC-BBA2-61F6F776E5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96" name="Freeform 29">
              <a:extLst>
                <a:ext uri="{FF2B5EF4-FFF2-40B4-BE49-F238E27FC236}">
                  <a16:creationId xmlns:a16="http://schemas.microsoft.com/office/drawing/2014/main" id="{E6FAD9E8-6E13-45A0-A5D6-8BCAD27B408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97" name="Freeform 30">
              <a:extLst>
                <a:ext uri="{FF2B5EF4-FFF2-40B4-BE49-F238E27FC236}">
                  <a16:creationId xmlns:a16="http://schemas.microsoft.com/office/drawing/2014/main" id="{0CCBC8FA-0581-454F-9FD1-6B6102A1A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8" name="Freeform 31">
              <a:extLst>
                <a:ext uri="{FF2B5EF4-FFF2-40B4-BE49-F238E27FC236}">
                  <a16:creationId xmlns:a16="http://schemas.microsoft.com/office/drawing/2014/main" id="{5D6C328F-65A5-41E8-86E9-E4E638CC3B4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grpSp>
      <p:pic>
        <p:nvPicPr>
          <p:cNvPr id="40" name="Picture 2">
            <a:extLst>
              <a:ext uri="{FF2B5EF4-FFF2-40B4-BE49-F238E27FC236}">
                <a16:creationId xmlns:a16="http://schemas.microsoft.com/office/drawing/2014/main" id="{3E94A106-9341-485C-9057-9D62B2BD083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rcRect/>
          <a:stretch>
            <a:fillRect/>
          </a:stretch>
        </p:blipFill>
        <p:spPr bwMode="auto">
          <a:xfrm>
            <a:off x="1190" y="-2"/>
            <a:ext cx="4061525" cy="6858001"/>
          </a:xfrm>
          <a:prstGeom prst="rect">
            <a:avLst/>
          </a:prstGeom>
          <a:extLst>
            <a:ext uri="{909E8E84-426E-40dd-AFC4-6F175D3DCCD1}">
              <a14:hiddenFill xmlns:a14="http://schemas.microsoft.com/office/drawing/2010/main" xmlns:dgm="http://schemas.openxmlformats.org/drawingml/2006/diagram" xmlns:p14="http://schemas.microsoft.com/office/powerpoint/2010/main" xmlns:a16="http://schemas.microsoft.com/office/drawing/2014/main" xmlns="">
                <a:solidFill>
                  <a:srgbClr val="FFFFFF"/>
                </a:solidFill>
              </a14:hiddenFill>
            </a:ext>
          </a:extLst>
        </p:spPr>
      </p:pic>
      <p:sp>
        <p:nvSpPr>
          <p:cNvPr id="42" name="Rectangle 41">
            <a:extLst>
              <a:ext uri="{FF2B5EF4-FFF2-40B4-BE49-F238E27FC236}">
                <a16:creationId xmlns:a16="http://schemas.microsoft.com/office/drawing/2014/main" id="{B53044DC-4918-43DA-B49D-91673C6C94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853"/>
            <a:ext cx="4055621" cy="6858000"/>
          </a:xfrm>
          <a:prstGeom prst="rect">
            <a:avLst/>
          </a:prstGeom>
          <a:ln>
            <a:noFill/>
          </a:ln>
          <a:effectLst>
            <a:outerShdw blurRad="76200" dist="38100" algn="l" rotWithShape="0">
              <a:prstClr val="black">
                <a:alpha val="37000"/>
              </a:prstClr>
            </a:outerShdw>
          </a:effectLst>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grpSp>
        <p:nvGrpSpPr>
          <p:cNvPr id="44" name="Group 43">
            <a:extLst>
              <a:ext uri="{FF2B5EF4-FFF2-40B4-BE49-F238E27FC236}">
                <a16:creationId xmlns:a16="http://schemas.microsoft.com/office/drawing/2014/main" id="{1DCE6B36-1420-43AB-86CF-4E653A517B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0" y="-9998"/>
            <a:ext cx="1220788" cy="6858001"/>
            <a:chOff x="-14288" y="0"/>
            <a:chExt cx="1220788" cy="6858001"/>
          </a:xfrm>
          <a:gradFill flip="none" rotWithShape="1">
            <a:gsLst>
              <a:gs pos="0">
                <a:schemeClr val="bg2"/>
              </a:gs>
              <a:gs pos="100000">
                <a:schemeClr val="tx2">
                  <a:lumMod val="60000"/>
                  <a:lumOff val="40000"/>
                </a:schemeClr>
              </a:gs>
            </a:gsLst>
            <a:lin ang="5400000" scaled="0"/>
            <a:tileRect/>
          </a:gradFill>
        </p:grpSpPr>
        <p:sp>
          <p:nvSpPr>
            <p:cNvPr id="45" name="Rectangle 5">
              <a:extLst>
                <a:ext uri="{FF2B5EF4-FFF2-40B4-BE49-F238E27FC236}">
                  <a16:creationId xmlns:a16="http://schemas.microsoft.com/office/drawing/2014/main" id="{72626E0B-9628-468E-A713-011C02F602B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miter lim="800000"/>
                  <a:headEnd/>
                  <a:tailEnd/>
                </a14:hiddenLine>
              </a:ext>
            </a:extLst>
          </p:spPr>
          <p:txBody>
            <a:bodyPr/>
            <a:lstStyle/>
            <a:p>
              <a:endParaRPr lang="en-IN"/>
            </a:p>
          </p:txBody>
        </p:sp>
        <p:sp>
          <p:nvSpPr>
            <p:cNvPr id="46" name="Freeform 6">
              <a:extLst>
                <a:ext uri="{FF2B5EF4-FFF2-40B4-BE49-F238E27FC236}">
                  <a16:creationId xmlns:a16="http://schemas.microsoft.com/office/drawing/2014/main" id="{93F7977A-BD91-4B0D-9A8D-372DB67AD8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47" name="Freeform 7">
              <a:extLst>
                <a:ext uri="{FF2B5EF4-FFF2-40B4-BE49-F238E27FC236}">
                  <a16:creationId xmlns:a16="http://schemas.microsoft.com/office/drawing/2014/main" id="{9FEE6A56-01A1-404D-864E-1C2587C9AFB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48" name="Freeform 8">
              <a:extLst>
                <a:ext uri="{FF2B5EF4-FFF2-40B4-BE49-F238E27FC236}">
                  <a16:creationId xmlns:a16="http://schemas.microsoft.com/office/drawing/2014/main" id="{E74DBBF2-EF6F-4E3E-B183-F8EEE76094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49" name="Freeform 9">
              <a:extLst>
                <a:ext uri="{FF2B5EF4-FFF2-40B4-BE49-F238E27FC236}">
                  <a16:creationId xmlns:a16="http://schemas.microsoft.com/office/drawing/2014/main" id="{ABCF0F27-B056-474C-A0FB-1DB747A92FB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50" name="Freeform 10">
              <a:extLst>
                <a:ext uri="{FF2B5EF4-FFF2-40B4-BE49-F238E27FC236}">
                  <a16:creationId xmlns:a16="http://schemas.microsoft.com/office/drawing/2014/main" id="{0A0A5B7B-BA2A-45CC-AABE-9D5B08A5DB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51" name="Freeform 11">
              <a:extLst>
                <a:ext uri="{FF2B5EF4-FFF2-40B4-BE49-F238E27FC236}">
                  <a16:creationId xmlns:a16="http://schemas.microsoft.com/office/drawing/2014/main" id="{3C9A5D2B-1787-4954-9108-B9D497A87C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52" name="Freeform 12">
              <a:extLst>
                <a:ext uri="{FF2B5EF4-FFF2-40B4-BE49-F238E27FC236}">
                  <a16:creationId xmlns:a16="http://schemas.microsoft.com/office/drawing/2014/main" id="{818C4F8B-7556-49A7-83C6-C8F631F6A98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53" name="Freeform 13">
              <a:extLst>
                <a:ext uri="{FF2B5EF4-FFF2-40B4-BE49-F238E27FC236}">
                  <a16:creationId xmlns:a16="http://schemas.microsoft.com/office/drawing/2014/main" id="{22BED614-D078-47EA-9C72-190217FDD5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54" name="Freeform 14">
              <a:extLst>
                <a:ext uri="{FF2B5EF4-FFF2-40B4-BE49-F238E27FC236}">
                  <a16:creationId xmlns:a16="http://schemas.microsoft.com/office/drawing/2014/main" id="{73DE0BF2-86D7-4038-AC4B-AF0F116A58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55" name="Freeform 15">
              <a:extLst>
                <a:ext uri="{FF2B5EF4-FFF2-40B4-BE49-F238E27FC236}">
                  <a16:creationId xmlns:a16="http://schemas.microsoft.com/office/drawing/2014/main" id="{11D8BB55-D027-420C-9EF9-49B3BA79DC7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56" name="Line 16">
              <a:extLst>
                <a:ext uri="{FF2B5EF4-FFF2-40B4-BE49-F238E27FC236}">
                  <a16:creationId xmlns:a16="http://schemas.microsoft.com/office/drawing/2014/main" id="{3FAEF5CE-07ED-46A7-9777-D86C70719583}"/>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IN"/>
            </a:p>
          </p:txBody>
        </p:sp>
        <p:sp>
          <p:nvSpPr>
            <p:cNvPr id="57" name="Freeform 17">
              <a:extLst>
                <a:ext uri="{FF2B5EF4-FFF2-40B4-BE49-F238E27FC236}">
                  <a16:creationId xmlns:a16="http://schemas.microsoft.com/office/drawing/2014/main" id="{29CAFB1A-357C-4313-B734-1CD4E4F9D2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58" name="Freeform 18">
              <a:extLst>
                <a:ext uri="{FF2B5EF4-FFF2-40B4-BE49-F238E27FC236}">
                  <a16:creationId xmlns:a16="http://schemas.microsoft.com/office/drawing/2014/main" id="{653161D3-8634-4BB7-A2BC-028C4EAA15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59" name="Freeform 19">
              <a:extLst>
                <a:ext uri="{FF2B5EF4-FFF2-40B4-BE49-F238E27FC236}">
                  <a16:creationId xmlns:a16="http://schemas.microsoft.com/office/drawing/2014/main" id="{9537546A-6FF1-408B-AFE2-BBF7D34823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60" name="Freeform 20">
              <a:extLst>
                <a:ext uri="{FF2B5EF4-FFF2-40B4-BE49-F238E27FC236}">
                  <a16:creationId xmlns:a16="http://schemas.microsoft.com/office/drawing/2014/main" id="{F73EE662-79B7-404B-B1B8-0E096BE4CD6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61" name="Rectangle 21">
              <a:extLst>
                <a:ext uri="{FF2B5EF4-FFF2-40B4-BE49-F238E27FC236}">
                  <a16:creationId xmlns:a16="http://schemas.microsoft.com/office/drawing/2014/main" id="{B6DDB906-1F52-4D64-8493-4816EDDD34C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miter lim="800000"/>
                  <a:headEnd/>
                  <a:tailEnd/>
                </a14:hiddenLine>
              </a:ext>
            </a:extLst>
          </p:spPr>
          <p:txBody>
            <a:bodyPr/>
            <a:lstStyle/>
            <a:p>
              <a:endParaRPr lang="en-IN"/>
            </a:p>
          </p:txBody>
        </p:sp>
        <p:sp>
          <p:nvSpPr>
            <p:cNvPr id="62" name="Freeform 22">
              <a:extLst>
                <a:ext uri="{FF2B5EF4-FFF2-40B4-BE49-F238E27FC236}">
                  <a16:creationId xmlns:a16="http://schemas.microsoft.com/office/drawing/2014/main" id="{4FA472A5-ABEA-4961-897B-7EB96AF09A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63" name="Freeform 23">
              <a:extLst>
                <a:ext uri="{FF2B5EF4-FFF2-40B4-BE49-F238E27FC236}">
                  <a16:creationId xmlns:a16="http://schemas.microsoft.com/office/drawing/2014/main" id="{54226E99-C38F-4456-A1F8-8897483FD9A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64" name="Freeform 24">
              <a:extLst>
                <a:ext uri="{FF2B5EF4-FFF2-40B4-BE49-F238E27FC236}">
                  <a16:creationId xmlns:a16="http://schemas.microsoft.com/office/drawing/2014/main" id="{0A4A0196-A383-4629-B9A5-9C87E846C1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65" name="Freeform 25">
              <a:extLst>
                <a:ext uri="{FF2B5EF4-FFF2-40B4-BE49-F238E27FC236}">
                  <a16:creationId xmlns:a16="http://schemas.microsoft.com/office/drawing/2014/main" id="{BA5E608D-2E7B-4662-A9A0-18D4E0F0DC6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66" name="Freeform 26">
              <a:extLst>
                <a:ext uri="{FF2B5EF4-FFF2-40B4-BE49-F238E27FC236}">
                  <a16:creationId xmlns:a16="http://schemas.microsoft.com/office/drawing/2014/main" id="{5E211F37-790F-4BD7-B055-022AE0C2E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67" name="Freeform 27">
              <a:extLst>
                <a:ext uri="{FF2B5EF4-FFF2-40B4-BE49-F238E27FC236}">
                  <a16:creationId xmlns:a16="http://schemas.microsoft.com/office/drawing/2014/main" id="{96F375D0-232A-490A-9499-CB5FBA3FD9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68" name="Freeform 28">
              <a:extLst>
                <a:ext uri="{FF2B5EF4-FFF2-40B4-BE49-F238E27FC236}">
                  <a16:creationId xmlns:a16="http://schemas.microsoft.com/office/drawing/2014/main" id="{6B33B423-FD0F-4780-A0D6-32FC040B37C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69" name="Freeform 29">
              <a:extLst>
                <a:ext uri="{FF2B5EF4-FFF2-40B4-BE49-F238E27FC236}">
                  <a16:creationId xmlns:a16="http://schemas.microsoft.com/office/drawing/2014/main" id="{B6BD1710-838F-4CDD-A000-C6C710A6A0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70" name="Freeform 30">
              <a:extLst>
                <a:ext uri="{FF2B5EF4-FFF2-40B4-BE49-F238E27FC236}">
                  <a16:creationId xmlns:a16="http://schemas.microsoft.com/office/drawing/2014/main" id="{0BB93533-1C95-4B0A-B0E2-168602B085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71" name="Freeform 31">
              <a:extLst>
                <a:ext uri="{FF2B5EF4-FFF2-40B4-BE49-F238E27FC236}">
                  <a16:creationId xmlns:a16="http://schemas.microsoft.com/office/drawing/2014/main" id="{CB0B113D-1987-4D89-A475-511E092FE1F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grpSp>
      <p:pic>
        <p:nvPicPr>
          <p:cNvPr id="73" name="Picture 2">
            <a:extLst>
              <a:ext uri="{FF2B5EF4-FFF2-40B4-BE49-F238E27FC236}">
                <a16:creationId xmlns:a16="http://schemas.microsoft.com/office/drawing/2014/main" id="{9BE36DBF-0333-4D36-A5BF-81FDA2406FE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1190" y="-13238"/>
            <a:ext cx="4062718" cy="6858001"/>
          </a:xfrm>
          <a:prstGeom prst="rect">
            <a:avLst/>
          </a:prstGeom>
          <a:noFill/>
          <a:extLst>
            <a:ext uri="{909E8E84-426E-40dd-AFC4-6F175D3DCCD1}">
              <a14:hiddenFill xmlns:a14="http://schemas.microsoft.com/office/drawing/2010/main" xmlns:dgm="http://schemas.openxmlformats.org/drawingml/2006/diagram" xmlns:p14="http://schemas.microsoft.com/office/powerpoint/2010/main" xmlns:a16="http://schemas.microsoft.com/office/drawing/2014/main" xmlns="">
                <a:solidFill>
                  <a:srgbClr val="FFFFFF"/>
                </a:solidFill>
              </a14:hiddenFill>
            </a:ext>
          </a:extLst>
        </p:spPr>
      </p:pic>
      <p:graphicFrame>
        <p:nvGraphicFramePr>
          <p:cNvPr id="5" name="Content Placeholder 2">
            <a:extLst>
              <a:ext uri="{FF2B5EF4-FFF2-40B4-BE49-F238E27FC236}">
                <a16:creationId xmlns:a16="http://schemas.microsoft.com/office/drawing/2014/main" id="{E79AAC2A-0B76-E232-7C91-AC3DBA10FF6C}"/>
              </a:ext>
            </a:extLst>
          </p:cNvPr>
          <p:cNvGraphicFramePr>
            <a:graphicFrameLocks noGrp="1"/>
          </p:cNvGraphicFramePr>
          <p:nvPr>
            <p:ph idx="1"/>
            <p:extLst>
              <p:ext uri="{D42A27DB-BD31-4B8C-83A1-F6EECF244321}">
                <p14:modId xmlns:p14="http://schemas.microsoft.com/office/powerpoint/2010/main" val="2208854947"/>
              </p:ext>
            </p:extLst>
          </p:nvPr>
        </p:nvGraphicFramePr>
        <p:xfrm>
          <a:off x="4155730" y="84524"/>
          <a:ext cx="7804245" cy="674780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23758294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0BA37-A24E-F51A-7C09-5C6BF8335272}"/>
              </a:ext>
            </a:extLst>
          </p:cNvPr>
          <p:cNvSpPr>
            <a:spLocks noGrp="1"/>
          </p:cNvSpPr>
          <p:nvPr>
            <p:ph type="title"/>
          </p:nvPr>
        </p:nvSpPr>
        <p:spPr/>
        <p:txBody>
          <a:bodyPr/>
          <a:lstStyle/>
          <a:p>
            <a:r>
              <a:rPr lang="en-IN" dirty="0"/>
              <a:t>AI Tooling Code optimization</a:t>
            </a:r>
          </a:p>
        </p:txBody>
      </p:sp>
      <p:sp>
        <p:nvSpPr>
          <p:cNvPr id="3" name="Content Placeholder 2">
            <a:extLst>
              <a:ext uri="{FF2B5EF4-FFF2-40B4-BE49-F238E27FC236}">
                <a16:creationId xmlns:a16="http://schemas.microsoft.com/office/drawing/2014/main" id="{098609DF-8F83-258C-BDE3-EEB9014B7B8A}"/>
              </a:ext>
            </a:extLst>
          </p:cNvPr>
          <p:cNvSpPr>
            <a:spLocks noGrp="1"/>
          </p:cNvSpPr>
          <p:nvPr>
            <p:ph idx="1"/>
          </p:nvPr>
        </p:nvSpPr>
        <p:spPr/>
        <p:txBody>
          <a:bodyPr>
            <a:normAutofit fontScale="92500" lnSpcReduction="10000"/>
          </a:bodyPr>
          <a:lstStyle/>
          <a:p>
            <a:r>
              <a:rPr lang="en-US" b="0" i="0" dirty="0">
                <a:solidFill>
                  <a:srgbClr val="CCCCCC"/>
                </a:solidFill>
                <a:effectLst/>
                <a:latin typeface="ColfaxAI"/>
              </a:rPr>
              <a:t>Code optimization using AI tools involves improving the performance and efficiency of code through various techniques, often aided by intelligent software.</a:t>
            </a:r>
          </a:p>
          <a:p>
            <a:r>
              <a:rPr lang="en-US" b="1" i="0" dirty="0">
                <a:solidFill>
                  <a:srgbClr val="CCCCCC"/>
                </a:solidFill>
                <a:effectLst/>
                <a:latin typeface="ColfaxAI"/>
              </a:rPr>
              <a:t>Step-by-Step Guide to Code Optimization</a:t>
            </a:r>
          </a:p>
          <a:p>
            <a:pPr marL="0" indent="0" algn="l">
              <a:buNone/>
            </a:pPr>
            <a:r>
              <a:rPr lang="en-US" b="1" i="0" dirty="0">
                <a:solidFill>
                  <a:srgbClr val="FF0000"/>
                </a:solidFill>
                <a:effectLst/>
                <a:highlight>
                  <a:srgbClr val="FFFF00"/>
                </a:highlight>
                <a:latin typeface="ColfaxAI"/>
              </a:rPr>
              <a:t>Step 1: </a:t>
            </a:r>
            <a:r>
              <a:rPr lang="en-US" b="1" i="0" dirty="0">
                <a:solidFill>
                  <a:srgbClr val="CCCCCC"/>
                </a:solidFill>
                <a:effectLst/>
                <a:latin typeface="ColfaxAI"/>
              </a:rPr>
              <a:t>Identify the Need for Optimization</a:t>
            </a:r>
          </a:p>
          <a:p>
            <a:pPr marL="0" indent="0" algn="l">
              <a:buNone/>
            </a:pPr>
            <a:r>
              <a:rPr lang="en-US" b="1" i="0" dirty="0">
                <a:solidFill>
                  <a:srgbClr val="CCCCCC"/>
                </a:solidFill>
                <a:effectLst/>
                <a:latin typeface="ColfaxAI"/>
              </a:rPr>
              <a:t>Performance Issues</a:t>
            </a:r>
            <a:r>
              <a:rPr lang="en-US" b="0" i="0" dirty="0">
                <a:solidFill>
                  <a:srgbClr val="CCCCCC"/>
                </a:solidFill>
                <a:effectLst/>
                <a:latin typeface="ColfaxAI"/>
              </a:rPr>
              <a:t>: Slow execution time, high memory usage.</a:t>
            </a:r>
          </a:p>
          <a:p>
            <a:pPr marL="0" indent="0" algn="l">
              <a:buNone/>
            </a:pPr>
            <a:r>
              <a:rPr lang="en-US" b="1" i="0" dirty="0">
                <a:solidFill>
                  <a:srgbClr val="CCCCCC"/>
                </a:solidFill>
                <a:effectLst/>
                <a:latin typeface="ColfaxAI"/>
              </a:rPr>
              <a:t>Scalability</a:t>
            </a:r>
            <a:r>
              <a:rPr lang="en-US" b="0" i="0" dirty="0">
                <a:solidFill>
                  <a:srgbClr val="CCCCCC"/>
                </a:solidFill>
                <a:effectLst/>
                <a:latin typeface="ColfaxAI"/>
              </a:rPr>
              <a:t>: Code that doesn't scale well with data.</a:t>
            </a:r>
          </a:p>
          <a:p>
            <a:pPr marL="0" indent="0" algn="l">
              <a:buNone/>
            </a:pPr>
            <a:r>
              <a:rPr lang="en-US" b="1" i="0" dirty="0">
                <a:solidFill>
                  <a:srgbClr val="CCCCCC"/>
                </a:solidFill>
                <a:effectLst/>
                <a:latin typeface="ColfaxAI"/>
              </a:rPr>
              <a:t>Readability and Maintainability</a:t>
            </a:r>
            <a:r>
              <a:rPr lang="en-US" b="0" i="0" dirty="0">
                <a:solidFill>
                  <a:srgbClr val="CCCCCC"/>
                </a:solidFill>
                <a:effectLst/>
                <a:latin typeface="ColfaxAI"/>
              </a:rPr>
              <a:t>: Complex code that is hard to understand.</a:t>
            </a:r>
          </a:p>
          <a:p>
            <a:endParaRPr lang="en-IN" dirty="0"/>
          </a:p>
        </p:txBody>
      </p:sp>
    </p:spTree>
    <p:extLst>
      <p:ext uri="{BB962C8B-B14F-4D97-AF65-F5344CB8AC3E}">
        <p14:creationId xmlns:p14="http://schemas.microsoft.com/office/powerpoint/2010/main" val="1711235626"/>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9AE4726C-1831-4FE3-9A11-227F0DC2F0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11" name="Rectangle 10">
              <a:extLst>
                <a:ext uri="{FF2B5EF4-FFF2-40B4-BE49-F238E27FC236}">
                  <a16:creationId xmlns:a16="http://schemas.microsoft.com/office/drawing/2014/main" id="{B651D7F7-8C54-448E-A268-1CBFAD87D4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a:extLst>
                <a:ext uri="{FF2B5EF4-FFF2-40B4-BE49-F238E27FC236}">
                  <a16:creationId xmlns:a16="http://schemas.microsoft.com/office/drawing/2014/main" id="{E3B56E94-40E1-489A-98B2-A3238D66A064}"/>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p14="http://schemas.microsoft.com/office/powerpoint/2010/main" xmlns:a14="http://schemas.microsoft.com/office/drawing/2010/main" xmlns:a16="http://schemas.microsoft.com/office/drawing/2014/main" xmlns="">
                  <a:solidFill>
                    <a:srgbClr val="FFFFFF"/>
                  </a:solidFill>
                </a14:hiddenFill>
              </a:ext>
            </a:extLst>
          </p:spPr>
        </p:pic>
      </p:grpSp>
      <p:pic>
        <p:nvPicPr>
          <p:cNvPr id="6" name="Picture 5" descr="Work tools and supplies">
            <a:extLst>
              <a:ext uri="{FF2B5EF4-FFF2-40B4-BE49-F238E27FC236}">
                <a16:creationId xmlns:a16="http://schemas.microsoft.com/office/drawing/2014/main" id="{AA949739-00F4-99B6-050D-D2BD4A159E0B}"/>
              </a:ext>
            </a:extLst>
          </p:cNvPr>
          <p:cNvPicPr>
            <a:picLocks noChangeAspect="1"/>
          </p:cNvPicPr>
          <p:nvPr/>
        </p:nvPicPr>
        <p:blipFill>
          <a:blip r:embed="rId4"/>
          <a:srcRect l="24242" r="30638" b="-1"/>
          <a:stretch/>
        </p:blipFill>
        <p:spPr>
          <a:xfrm>
            <a:off x="-5597" y="10"/>
            <a:ext cx="4635583" cy="6857990"/>
          </a:xfrm>
          <a:prstGeom prst="rect">
            <a:avLst/>
          </a:prstGeom>
        </p:spPr>
      </p:pic>
      <p:grpSp>
        <p:nvGrpSpPr>
          <p:cNvPr id="14" name="Group 13">
            <a:extLst>
              <a:ext uri="{FF2B5EF4-FFF2-40B4-BE49-F238E27FC236}">
                <a16:creationId xmlns:a16="http://schemas.microsoft.com/office/drawing/2014/main" id="{E916825F-759B-4F1A-BA80-AF7137691E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solidFill>
            <a:schemeClr val="tx1">
              <a:alpha val="70000"/>
            </a:schemeClr>
          </a:solidFill>
          <a:effectLst/>
        </p:grpSpPr>
        <p:sp>
          <p:nvSpPr>
            <p:cNvPr id="15" name="Rectangle 14">
              <a:extLst>
                <a:ext uri="{FF2B5EF4-FFF2-40B4-BE49-F238E27FC236}">
                  <a16:creationId xmlns:a16="http://schemas.microsoft.com/office/drawing/2014/main" id="{0AF64541-DE3B-4DBB-84E1-907956469E5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en-IN"/>
            </a:p>
          </p:txBody>
        </p:sp>
        <p:sp>
          <p:nvSpPr>
            <p:cNvPr id="16" name="Freeform 6">
              <a:extLst>
                <a:ext uri="{FF2B5EF4-FFF2-40B4-BE49-F238E27FC236}">
                  <a16:creationId xmlns:a16="http://schemas.microsoft.com/office/drawing/2014/main" id="{9175DCC0-514A-4CA1-AD9A-1BB0FFF1B4F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17" name="Freeform 7">
              <a:extLst>
                <a:ext uri="{FF2B5EF4-FFF2-40B4-BE49-F238E27FC236}">
                  <a16:creationId xmlns:a16="http://schemas.microsoft.com/office/drawing/2014/main" id="{10371924-94D9-48AF-9D5B-6471775BE81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18" name="Rectangle 17">
              <a:extLst>
                <a:ext uri="{FF2B5EF4-FFF2-40B4-BE49-F238E27FC236}">
                  <a16:creationId xmlns:a16="http://schemas.microsoft.com/office/drawing/2014/main" id="{7C964FF9-A41A-438C-A22B-62690C98F1A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en-IN"/>
            </a:p>
          </p:txBody>
        </p:sp>
        <p:sp>
          <p:nvSpPr>
            <p:cNvPr id="19" name="Freeform 9">
              <a:extLst>
                <a:ext uri="{FF2B5EF4-FFF2-40B4-BE49-F238E27FC236}">
                  <a16:creationId xmlns:a16="http://schemas.microsoft.com/office/drawing/2014/main" id="{61716CD6-1875-4567-B3E2-364CD0960D8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0" name="Freeform 10">
              <a:extLst>
                <a:ext uri="{FF2B5EF4-FFF2-40B4-BE49-F238E27FC236}">
                  <a16:creationId xmlns:a16="http://schemas.microsoft.com/office/drawing/2014/main" id="{31A293D3-7189-453D-AB91-1291AAFF3D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1" name="Freeform 11">
              <a:extLst>
                <a:ext uri="{FF2B5EF4-FFF2-40B4-BE49-F238E27FC236}">
                  <a16:creationId xmlns:a16="http://schemas.microsoft.com/office/drawing/2014/main" id="{87CB4EFE-58B3-4326-9CFB-A2AFADDFA5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2" name="Freeform 12">
              <a:extLst>
                <a:ext uri="{FF2B5EF4-FFF2-40B4-BE49-F238E27FC236}">
                  <a16:creationId xmlns:a16="http://schemas.microsoft.com/office/drawing/2014/main" id="{249CF4D3-B5A3-4287-BC9D-E9BB8FA6EBB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3" name="Freeform 13">
              <a:extLst>
                <a:ext uri="{FF2B5EF4-FFF2-40B4-BE49-F238E27FC236}">
                  <a16:creationId xmlns:a16="http://schemas.microsoft.com/office/drawing/2014/main" id="{4D2515F2-4D11-41AF-A6B1-7D084BEA98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4" name="Freeform 14">
              <a:extLst>
                <a:ext uri="{FF2B5EF4-FFF2-40B4-BE49-F238E27FC236}">
                  <a16:creationId xmlns:a16="http://schemas.microsoft.com/office/drawing/2014/main" id="{331BCBF4-0DC2-426E-84B3-AE38E403C9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5" name="Freeform 15">
              <a:extLst>
                <a:ext uri="{FF2B5EF4-FFF2-40B4-BE49-F238E27FC236}">
                  <a16:creationId xmlns:a16="http://schemas.microsoft.com/office/drawing/2014/main" id="{EC8AF156-0BE9-437D-A83B-87364146D07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6" name="Freeform 16">
              <a:extLst>
                <a:ext uri="{FF2B5EF4-FFF2-40B4-BE49-F238E27FC236}">
                  <a16:creationId xmlns:a16="http://schemas.microsoft.com/office/drawing/2014/main" id="{AC8CB256-3F62-4406-88F5-CE2421FF25E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7" name="Freeform 17">
              <a:extLst>
                <a:ext uri="{FF2B5EF4-FFF2-40B4-BE49-F238E27FC236}">
                  <a16:creationId xmlns:a16="http://schemas.microsoft.com/office/drawing/2014/main" id="{F3E812EB-415E-4B60-B0FB-65386882CE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8" name="Freeform 18">
              <a:extLst>
                <a:ext uri="{FF2B5EF4-FFF2-40B4-BE49-F238E27FC236}">
                  <a16:creationId xmlns:a16="http://schemas.microsoft.com/office/drawing/2014/main" id="{EB4C95D7-8E6D-45EC-8CA1-9123D718E3B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9" name="Freeform 19">
              <a:extLst>
                <a:ext uri="{FF2B5EF4-FFF2-40B4-BE49-F238E27FC236}">
                  <a16:creationId xmlns:a16="http://schemas.microsoft.com/office/drawing/2014/main" id="{83F62FD2-2F62-4495-997C-8BD7F95AB8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30" name="Freeform 20">
              <a:extLst>
                <a:ext uri="{FF2B5EF4-FFF2-40B4-BE49-F238E27FC236}">
                  <a16:creationId xmlns:a16="http://schemas.microsoft.com/office/drawing/2014/main" id="{B7DFE0F9-22A3-4846-8D4E-0D193BD3288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31" name="Freeform 21">
              <a:extLst>
                <a:ext uri="{FF2B5EF4-FFF2-40B4-BE49-F238E27FC236}">
                  <a16:creationId xmlns:a16="http://schemas.microsoft.com/office/drawing/2014/main" id="{244DAF25-7415-491A-9FF6-E04BC2DC2EA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32" name="Freeform 22">
              <a:extLst>
                <a:ext uri="{FF2B5EF4-FFF2-40B4-BE49-F238E27FC236}">
                  <a16:creationId xmlns:a16="http://schemas.microsoft.com/office/drawing/2014/main" id="{7ACA3646-863C-4D00-A58A-62C7FE71C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33" name="Freeform 23">
              <a:extLst>
                <a:ext uri="{FF2B5EF4-FFF2-40B4-BE49-F238E27FC236}">
                  <a16:creationId xmlns:a16="http://schemas.microsoft.com/office/drawing/2014/main" id="{0EA18B38-BD42-45ED-8458-FB205DBC76D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34" name="Freeform 24">
              <a:extLst>
                <a:ext uri="{FF2B5EF4-FFF2-40B4-BE49-F238E27FC236}">
                  <a16:creationId xmlns:a16="http://schemas.microsoft.com/office/drawing/2014/main" id="{45302917-5DBE-4CF2-B52F-478F93FDDE7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35" name="Freeform 25">
              <a:extLst>
                <a:ext uri="{FF2B5EF4-FFF2-40B4-BE49-F238E27FC236}">
                  <a16:creationId xmlns:a16="http://schemas.microsoft.com/office/drawing/2014/main" id="{8E61E6FD-D40E-479C-ABE9-2B69AE20D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36" name="Freeform 26">
              <a:extLst>
                <a:ext uri="{FF2B5EF4-FFF2-40B4-BE49-F238E27FC236}">
                  <a16:creationId xmlns:a16="http://schemas.microsoft.com/office/drawing/2014/main" id="{2F4DEB4F-F824-48D7-AF9B-B5D905DCD1B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37" name="Freeform 27">
              <a:extLst>
                <a:ext uri="{FF2B5EF4-FFF2-40B4-BE49-F238E27FC236}">
                  <a16:creationId xmlns:a16="http://schemas.microsoft.com/office/drawing/2014/main" id="{F76CFA02-6090-4464-B573-BCA350C90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38" name="Freeform 28">
              <a:extLst>
                <a:ext uri="{FF2B5EF4-FFF2-40B4-BE49-F238E27FC236}">
                  <a16:creationId xmlns:a16="http://schemas.microsoft.com/office/drawing/2014/main" id="{51BE8BEC-76C7-41FE-AB76-35194C2442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39" name="Freeform 29">
              <a:extLst>
                <a:ext uri="{FF2B5EF4-FFF2-40B4-BE49-F238E27FC236}">
                  <a16:creationId xmlns:a16="http://schemas.microsoft.com/office/drawing/2014/main" id="{710F61D4-3B34-45A9-B9B7-CE0373AB49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40" name="Freeform 30">
              <a:extLst>
                <a:ext uri="{FF2B5EF4-FFF2-40B4-BE49-F238E27FC236}">
                  <a16:creationId xmlns:a16="http://schemas.microsoft.com/office/drawing/2014/main" id="{451F080F-4CFB-4626-87CA-BB4CACA1C6F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41" name="Freeform 31">
              <a:extLst>
                <a:ext uri="{FF2B5EF4-FFF2-40B4-BE49-F238E27FC236}">
                  <a16:creationId xmlns:a16="http://schemas.microsoft.com/office/drawing/2014/main" id="{667BBD71-2295-4A66-B76C-F82175C2B0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42" name="Freeform 32">
              <a:extLst>
                <a:ext uri="{FF2B5EF4-FFF2-40B4-BE49-F238E27FC236}">
                  <a16:creationId xmlns:a16="http://schemas.microsoft.com/office/drawing/2014/main" id="{B6644DE8-5BD1-4D5F-B245-0D3A21BCE13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43" name="Rectangle 42">
              <a:extLst>
                <a:ext uri="{FF2B5EF4-FFF2-40B4-BE49-F238E27FC236}">
                  <a16:creationId xmlns:a16="http://schemas.microsoft.com/office/drawing/2014/main" id="{A4DE8FD0-E681-4D9C-85C2-BEA4C2B3A06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en-IN"/>
            </a:p>
          </p:txBody>
        </p:sp>
        <p:sp>
          <p:nvSpPr>
            <p:cNvPr id="44" name="Freeform 34">
              <a:extLst>
                <a:ext uri="{FF2B5EF4-FFF2-40B4-BE49-F238E27FC236}">
                  <a16:creationId xmlns:a16="http://schemas.microsoft.com/office/drawing/2014/main" id="{D46033BD-1026-4388-B926-9D11E1D7C42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45" name="Freeform 35">
              <a:extLst>
                <a:ext uri="{FF2B5EF4-FFF2-40B4-BE49-F238E27FC236}">
                  <a16:creationId xmlns:a16="http://schemas.microsoft.com/office/drawing/2014/main" id="{1FA74D4C-2E28-42C5-A7FA-3C7D6BD8B7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46" name="Freeform 36">
              <a:extLst>
                <a:ext uri="{FF2B5EF4-FFF2-40B4-BE49-F238E27FC236}">
                  <a16:creationId xmlns:a16="http://schemas.microsoft.com/office/drawing/2014/main" id="{FADF7B3F-903C-456C-983E-C9868DDAB9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47" name="Freeform 37">
              <a:extLst>
                <a:ext uri="{FF2B5EF4-FFF2-40B4-BE49-F238E27FC236}">
                  <a16:creationId xmlns:a16="http://schemas.microsoft.com/office/drawing/2014/main" id="{033F8698-1549-44AD-8DAD-0055D7B8077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48" name="Freeform 38">
              <a:extLst>
                <a:ext uri="{FF2B5EF4-FFF2-40B4-BE49-F238E27FC236}">
                  <a16:creationId xmlns:a16="http://schemas.microsoft.com/office/drawing/2014/main" id="{F1BDD4B6-46FD-4048-ADF1-32EADD9E5A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49" name="Freeform 39">
              <a:extLst>
                <a:ext uri="{FF2B5EF4-FFF2-40B4-BE49-F238E27FC236}">
                  <a16:creationId xmlns:a16="http://schemas.microsoft.com/office/drawing/2014/main" id="{E7F387A7-B3BF-4B1A-BFCA-2D21AD3DFE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50" name="Freeform 40">
              <a:extLst>
                <a:ext uri="{FF2B5EF4-FFF2-40B4-BE49-F238E27FC236}">
                  <a16:creationId xmlns:a16="http://schemas.microsoft.com/office/drawing/2014/main" id="{7A1B6BC8-EA82-459D-A0E0-4EBE394E71F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51" name="Freeform 41">
              <a:extLst>
                <a:ext uri="{FF2B5EF4-FFF2-40B4-BE49-F238E27FC236}">
                  <a16:creationId xmlns:a16="http://schemas.microsoft.com/office/drawing/2014/main" id="{8B94E190-DDC2-4545-906F-A1699BD73D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52" name="Freeform 42">
              <a:extLst>
                <a:ext uri="{FF2B5EF4-FFF2-40B4-BE49-F238E27FC236}">
                  <a16:creationId xmlns:a16="http://schemas.microsoft.com/office/drawing/2014/main" id="{D9807239-A5BA-4BB3-9194-BCE3B2F21CE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53" name="Freeform 43">
              <a:extLst>
                <a:ext uri="{FF2B5EF4-FFF2-40B4-BE49-F238E27FC236}">
                  <a16:creationId xmlns:a16="http://schemas.microsoft.com/office/drawing/2014/main" id="{04D300FD-DC53-4375-8981-09EA63BCF1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54" name="Freeform 44">
              <a:extLst>
                <a:ext uri="{FF2B5EF4-FFF2-40B4-BE49-F238E27FC236}">
                  <a16:creationId xmlns:a16="http://schemas.microsoft.com/office/drawing/2014/main" id="{1DF83FFD-4C16-41FD-928F-6E88AFC451C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55" name="Rectangle 54">
              <a:extLst>
                <a:ext uri="{FF2B5EF4-FFF2-40B4-BE49-F238E27FC236}">
                  <a16:creationId xmlns:a16="http://schemas.microsoft.com/office/drawing/2014/main" id="{A5B4BC2F-B667-462B-99D8-0C433124ABD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en-IN"/>
            </a:p>
          </p:txBody>
        </p:sp>
        <p:sp>
          <p:nvSpPr>
            <p:cNvPr id="56" name="Freeform 46">
              <a:extLst>
                <a:ext uri="{FF2B5EF4-FFF2-40B4-BE49-F238E27FC236}">
                  <a16:creationId xmlns:a16="http://schemas.microsoft.com/office/drawing/2014/main" id="{0CBD9EFB-AC61-4674-B75A-56449003CC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57" name="Freeform 47">
              <a:extLst>
                <a:ext uri="{FF2B5EF4-FFF2-40B4-BE49-F238E27FC236}">
                  <a16:creationId xmlns:a16="http://schemas.microsoft.com/office/drawing/2014/main" id="{1AD4BBB0-F6A7-451F-BE09-DF619F38EB7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58" name="Freeform 48">
              <a:extLst>
                <a:ext uri="{FF2B5EF4-FFF2-40B4-BE49-F238E27FC236}">
                  <a16:creationId xmlns:a16="http://schemas.microsoft.com/office/drawing/2014/main" id="{A258B285-AE5E-473A-AA72-3C95E1D83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59" name="Freeform 49">
              <a:extLst>
                <a:ext uri="{FF2B5EF4-FFF2-40B4-BE49-F238E27FC236}">
                  <a16:creationId xmlns:a16="http://schemas.microsoft.com/office/drawing/2014/main" id="{7BEEDDE5-CB8A-4DF9-858F-4D9462D955A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60" name="Freeform 50">
              <a:extLst>
                <a:ext uri="{FF2B5EF4-FFF2-40B4-BE49-F238E27FC236}">
                  <a16:creationId xmlns:a16="http://schemas.microsoft.com/office/drawing/2014/main" id="{DA1C731B-9B66-4D65-BF47-04B118107B0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61" name="Freeform 51">
              <a:extLst>
                <a:ext uri="{FF2B5EF4-FFF2-40B4-BE49-F238E27FC236}">
                  <a16:creationId xmlns:a16="http://schemas.microsoft.com/office/drawing/2014/main" id="{58DBFEC6-C6DC-4B7A-934F-5A79EC3280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62" name="Freeform 52">
              <a:extLst>
                <a:ext uri="{FF2B5EF4-FFF2-40B4-BE49-F238E27FC236}">
                  <a16:creationId xmlns:a16="http://schemas.microsoft.com/office/drawing/2014/main" id="{9948D8CB-2DBE-4E48-98EA-DF9E2666A2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63" name="Freeform 53">
              <a:extLst>
                <a:ext uri="{FF2B5EF4-FFF2-40B4-BE49-F238E27FC236}">
                  <a16:creationId xmlns:a16="http://schemas.microsoft.com/office/drawing/2014/main" id="{56AB69F6-9F0B-4AB6-BCA8-AA2FD69E998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64" name="Freeform 54">
              <a:extLst>
                <a:ext uri="{FF2B5EF4-FFF2-40B4-BE49-F238E27FC236}">
                  <a16:creationId xmlns:a16="http://schemas.microsoft.com/office/drawing/2014/main" id="{0E7FB426-288D-4B0B-B73B-10CCC0EF41E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65" name="Freeform 55">
              <a:extLst>
                <a:ext uri="{FF2B5EF4-FFF2-40B4-BE49-F238E27FC236}">
                  <a16:creationId xmlns:a16="http://schemas.microsoft.com/office/drawing/2014/main" id="{A5C59C6B-46C9-48C9-9F57-2EE738B531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66" name="Freeform 56">
              <a:extLst>
                <a:ext uri="{FF2B5EF4-FFF2-40B4-BE49-F238E27FC236}">
                  <a16:creationId xmlns:a16="http://schemas.microsoft.com/office/drawing/2014/main" id="{7CE85F33-17DC-4273-B06F-D171094449D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67" name="Freeform 57">
              <a:extLst>
                <a:ext uri="{FF2B5EF4-FFF2-40B4-BE49-F238E27FC236}">
                  <a16:creationId xmlns:a16="http://schemas.microsoft.com/office/drawing/2014/main" id="{5CD001CF-F2C4-4810-A8D9-679F9F89E5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68" name="Freeform 58">
              <a:extLst>
                <a:ext uri="{FF2B5EF4-FFF2-40B4-BE49-F238E27FC236}">
                  <a16:creationId xmlns:a16="http://schemas.microsoft.com/office/drawing/2014/main" id="{69F4BCDD-D153-40D2-8DD1-2509EE0CE4C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grpSp>
      <p:sp>
        <p:nvSpPr>
          <p:cNvPr id="4" name="Rectangle 1">
            <a:extLst>
              <a:ext uri="{FF2B5EF4-FFF2-40B4-BE49-F238E27FC236}">
                <a16:creationId xmlns:a16="http://schemas.microsoft.com/office/drawing/2014/main" id="{FE57880D-B59F-A44E-B3C4-6921B711E136}"/>
              </a:ext>
            </a:extLst>
          </p:cNvPr>
          <p:cNvSpPr>
            <a:spLocks noGrp="1" noChangeArrowheads="1"/>
          </p:cNvSpPr>
          <p:nvPr>
            <p:ph idx="1"/>
          </p:nvPr>
        </p:nvSpPr>
        <p:spPr bwMode="auto">
          <a:xfrm>
            <a:off x="4644274" y="-2"/>
            <a:ext cx="7562014" cy="6838952"/>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0" tIns="0" rIns="0" bIns="0" numCol="1" anchorCtr="0" compatLnSpc="1">
            <a:prstTxWarp prst="textNoShape">
              <a:avLst/>
            </a:prstTxWarp>
            <a:normAutofit/>
          </a:bodyPr>
          <a:lstStyle/>
          <a:p>
            <a:pPr marL="0" marR="0" lvl="0" indent="0" defTabSz="914400" rtl="0" eaLnBrk="0" fontAlgn="base" latinLnBrk="0" hangingPunct="0">
              <a:lnSpc>
                <a:spcPct val="110000"/>
              </a:lnSpc>
              <a:spcBef>
                <a:spcPct val="0"/>
              </a:spcBef>
              <a:spcAft>
                <a:spcPts val="600"/>
              </a:spcAft>
              <a:buClrTx/>
              <a:buSzTx/>
              <a:buFontTx/>
              <a:buNone/>
              <a:tabLst/>
            </a:pPr>
            <a:r>
              <a:rPr lang="en-US" altLang="en-US" sz="2200" b="1" dirty="0">
                <a:solidFill>
                  <a:srgbClr val="FF0000"/>
                </a:solidFill>
                <a:highlight>
                  <a:srgbClr val="FFFF00"/>
                </a:highlight>
                <a:latin typeface="ColfaxAI"/>
              </a:rPr>
              <a:t>Step 2: </a:t>
            </a:r>
            <a:r>
              <a:rPr kumimoji="0" lang="en-US" altLang="en-US" sz="1600" b="1" i="0" u="none" strike="noStrike" cap="none" normalizeH="0" baseline="0" dirty="0">
                <a:ln>
                  <a:noFill/>
                </a:ln>
                <a:effectLst/>
                <a:latin typeface="ColfaxAI"/>
              </a:rPr>
              <a:t>Profile Your Code</a:t>
            </a:r>
          </a:p>
          <a:p>
            <a:pPr marL="0" marR="0" lvl="0" indent="0" defTabSz="914400" rtl="0" eaLnBrk="0" fontAlgn="base" latinLnBrk="0" hangingPunct="0">
              <a:lnSpc>
                <a:spcPct val="110000"/>
              </a:lnSpc>
              <a:spcBef>
                <a:spcPct val="0"/>
              </a:spcBef>
              <a:spcAft>
                <a:spcPts val="600"/>
              </a:spcAft>
              <a:buClrTx/>
              <a:buSzTx/>
              <a:buFontTx/>
              <a:buChar char="•"/>
              <a:tabLst/>
            </a:pPr>
            <a:r>
              <a:rPr kumimoji="0" lang="en-US" altLang="en-US" sz="1600" b="0" i="0" u="none" strike="noStrike" cap="none" normalizeH="0" baseline="0" dirty="0">
                <a:ln>
                  <a:noFill/>
                </a:ln>
                <a:effectLst/>
                <a:latin typeface="ColfaxAI"/>
              </a:rPr>
              <a:t>Use profiling tools to identify bottlenecks in your code.</a:t>
            </a:r>
          </a:p>
          <a:p>
            <a:pPr marL="0" marR="0" lvl="0" indent="0" defTabSz="914400" rtl="0" eaLnBrk="0" fontAlgn="base" latinLnBrk="0" hangingPunct="0">
              <a:lnSpc>
                <a:spcPct val="110000"/>
              </a:lnSpc>
              <a:spcBef>
                <a:spcPct val="0"/>
              </a:spcBef>
              <a:spcAft>
                <a:spcPts val="600"/>
              </a:spcAft>
              <a:buClrTx/>
              <a:buSzTx/>
              <a:buFontTx/>
              <a:buChar char="•"/>
              <a:tabLst/>
            </a:pPr>
            <a:r>
              <a:rPr kumimoji="0" lang="en-US" altLang="en-US" sz="1600" b="0" i="0" u="none" strike="noStrike" cap="none" normalizeH="0" baseline="0" dirty="0">
                <a:ln>
                  <a:noFill/>
                </a:ln>
                <a:effectLst/>
                <a:latin typeface="ColfaxAI"/>
              </a:rPr>
              <a:t>Popular tools include:</a:t>
            </a:r>
          </a:p>
          <a:p>
            <a:pPr marL="457200" marR="0" lvl="1" indent="0" defTabSz="914400" rtl="0" eaLnBrk="0" fontAlgn="base" latinLnBrk="0" hangingPunct="0">
              <a:lnSpc>
                <a:spcPct val="110000"/>
              </a:lnSpc>
              <a:spcBef>
                <a:spcPct val="0"/>
              </a:spcBef>
              <a:spcAft>
                <a:spcPts val="600"/>
              </a:spcAft>
              <a:buClrTx/>
              <a:buSzTx/>
              <a:buFontTx/>
              <a:buChar char="•"/>
              <a:tabLst/>
            </a:pPr>
            <a:r>
              <a:rPr kumimoji="0" lang="en-US" altLang="en-US" sz="1600" b="1" i="0" u="none" strike="noStrike" cap="none" normalizeH="0" baseline="0" dirty="0">
                <a:ln>
                  <a:noFill/>
                </a:ln>
                <a:effectLst/>
                <a:latin typeface="ColfaxAI"/>
              </a:rPr>
              <a:t>Python</a:t>
            </a:r>
            <a:r>
              <a:rPr kumimoji="0" lang="en-US" altLang="en-US" sz="1600" b="0" i="0" u="none" strike="noStrike" cap="none" normalizeH="0" baseline="0" dirty="0">
                <a:ln>
                  <a:noFill/>
                </a:ln>
                <a:effectLst/>
                <a:latin typeface="ColfaxAI"/>
              </a:rPr>
              <a:t>: </a:t>
            </a:r>
            <a:r>
              <a:rPr kumimoji="0" lang="en-US" altLang="en-US" sz="1600" b="0" i="0" u="none" strike="noStrike" cap="none" normalizeH="0" baseline="0" dirty="0" err="1">
                <a:ln>
                  <a:noFill/>
                </a:ln>
                <a:effectLst/>
                <a:latin typeface="ui-monospace"/>
              </a:rPr>
              <a:t>cProfile</a:t>
            </a:r>
            <a:r>
              <a:rPr kumimoji="0" lang="en-US" altLang="en-US" sz="1600" b="0" i="0" u="none" strike="noStrike" cap="none" normalizeH="0" baseline="0" dirty="0">
                <a:ln>
                  <a:noFill/>
                </a:ln>
                <a:effectLst/>
                <a:latin typeface="ColfaxAI"/>
              </a:rPr>
              <a:t>, </a:t>
            </a:r>
            <a:r>
              <a:rPr kumimoji="0" lang="en-US" altLang="en-US" sz="1600" b="0" i="0" u="none" strike="noStrike" cap="none" normalizeH="0" baseline="0" dirty="0" err="1">
                <a:ln>
                  <a:noFill/>
                </a:ln>
                <a:effectLst/>
                <a:latin typeface="ui-monospace"/>
              </a:rPr>
              <a:t>line_profiler</a:t>
            </a:r>
            <a:endParaRPr kumimoji="0" lang="en-US" altLang="en-US" sz="1600" b="0" i="0" u="none" strike="noStrike" cap="none" normalizeH="0" baseline="0" dirty="0">
              <a:ln>
                <a:noFill/>
              </a:ln>
              <a:effectLst/>
              <a:latin typeface="ColfaxAI"/>
            </a:endParaRPr>
          </a:p>
          <a:p>
            <a:pPr marL="457200" marR="0" lvl="1" indent="0" defTabSz="914400" rtl="0" eaLnBrk="0" fontAlgn="base" latinLnBrk="0" hangingPunct="0">
              <a:lnSpc>
                <a:spcPct val="110000"/>
              </a:lnSpc>
              <a:spcBef>
                <a:spcPct val="0"/>
              </a:spcBef>
              <a:spcAft>
                <a:spcPts val="600"/>
              </a:spcAft>
              <a:buClrTx/>
              <a:buSzTx/>
              <a:buFontTx/>
              <a:buChar char="•"/>
              <a:tabLst/>
            </a:pPr>
            <a:r>
              <a:rPr kumimoji="0" lang="en-US" altLang="en-US" sz="1600" b="1" i="0" u="none" strike="noStrike" cap="none" normalizeH="0" baseline="0" dirty="0">
                <a:ln>
                  <a:noFill/>
                </a:ln>
                <a:effectLst/>
                <a:latin typeface="ColfaxAI"/>
              </a:rPr>
              <a:t>JavaScript</a:t>
            </a:r>
            <a:r>
              <a:rPr kumimoji="0" lang="en-US" altLang="en-US" sz="1600" b="0" i="0" u="none" strike="noStrike" cap="none" normalizeH="0" baseline="0" dirty="0">
                <a:ln>
                  <a:noFill/>
                </a:ln>
                <a:effectLst/>
                <a:latin typeface="ColfaxAI"/>
              </a:rPr>
              <a:t>: Chrome </a:t>
            </a:r>
            <a:r>
              <a:rPr kumimoji="0" lang="en-US" altLang="en-US" sz="1600" b="0" i="0" u="none" strike="noStrike" cap="none" normalizeH="0" baseline="0" dirty="0" err="1">
                <a:ln>
                  <a:noFill/>
                </a:ln>
                <a:effectLst/>
                <a:latin typeface="ColfaxAI"/>
              </a:rPr>
              <a:t>DevTools</a:t>
            </a:r>
            <a:endParaRPr kumimoji="0" lang="en-US" altLang="en-US" sz="1600" b="0" i="0" u="none" strike="noStrike" cap="none" normalizeH="0" baseline="0" dirty="0">
              <a:ln>
                <a:noFill/>
              </a:ln>
              <a:effectLst/>
              <a:latin typeface="ColfaxAI"/>
            </a:endParaRPr>
          </a:p>
          <a:p>
            <a:pPr marL="457200" marR="0" lvl="1" indent="0" defTabSz="914400" rtl="0" eaLnBrk="0" fontAlgn="base" latinLnBrk="0" hangingPunct="0">
              <a:lnSpc>
                <a:spcPct val="110000"/>
              </a:lnSpc>
              <a:spcBef>
                <a:spcPct val="0"/>
              </a:spcBef>
              <a:spcAft>
                <a:spcPts val="600"/>
              </a:spcAft>
              <a:buClrTx/>
              <a:buSzTx/>
              <a:buFontTx/>
              <a:buChar char="•"/>
              <a:tabLst/>
            </a:pPr>
            <a:r>
              <a:rPr kumimoji="0" lang="en-US" altLang="en-US" sz="1600" b="1" i="0" u="none" strike="noStrike" cap="none" normalizeH="0" baseline="0" dirty="0">
                <a:ln>
                  <a:noFill/>
                </a:ln>
                <a:effectLst/>
                <a:latin typeface="ColfaxAI"/>
              </a:rPr>
              <a:t>Java</a:t>
            </a:r>
            <a:r>
              <a:rPr kumimoji="0" lang="en-US" altLang="en-US" sz="1600" b="0" i="0" u="none" strike="noStrike" cap="none" normalizeH="0" baseline="0" dirty="0">
                <a:ln>
                  <a:noFill/>
                </a:ln>
                <a:effectLst/>
                <a:latin typeface="ColfaxAI"/>
              </a:rPr>
              <a:t>: </a:t>
            </a:r>
            <a:r>
              <a:rPr kumimoji="0" lang="en-US" altLang="en-US" sz="1600" b="0" i="0" u="none" strike="noStrike" cap="none" normalizeH="0" baseline="0" dirty="0" err="1">
                <a:ln>
                  <a:noFill/>
                </a:ln>
                <a:effectLst/>
                <a:latin typeface="ColfaxAI"/>
              </a:rPr>
              <a:t>VisualVM</a:t>
            </a:r>
            <a:r>
              <a:rPr kumimoji="0" lang="en-US" altLang="en-US" sz="1600" b="0" i="0" u="none" strike="noStrike" cap="none" normalizeH="0" baseline="0" dirty="0">
                <a:ln>
                  <a:noFill/>
                </a:ln>
                <a:effectLst/>
                <a:latin typeface="ColfaxAI"/>
              </a:rPr>
              <a:t>, </a:t>
            </a:r>
            <a:r>
              <a:rPr kumimoji="0" lang="en-US" altLang="en-US" sz="1600" b="0" i="0" u="none" strike="noStrike" cap="none" normalizeH="0" baseline="0" dirty="0" err="1">
                <a:ln>
                  <a:noFill/>
                </a:ln>
                <a:effectLst/>
                <a:latin typeface="ColfaxAI"/>
              </a:rPr>
              <a:t>JProfiler</a:t>
            </a:r>
            <a:endParaRPr kumimoji="0" lang="en-US" altLang="en-US" sz="1600" b="0" i="0" u="none" strike="noStrike" cap="none" normalizeH="0" baseline="0" dirty="0">
              <a:ln>
                <a:noFill/>
              </a:ln>
              <a:effectLst/>
              <a:latin typeface="ColfaxAI"/>
            </a:endParaRPr>
          </a:p>
          <a:p>
            <a:pPr marL="0" marR="0" lvl="0" indent="0" defTabSz="914400" rtl="0" eaLnBrk="0" fontAlgn="base" latinLnBrk="0" hangingPunct="0">
              <a:lnSpc>
                <a:spcPct val="110000"/>
              </a:lnSpc>
              <a:spcBef>
                <a:spcPct val="0"/>
              </a:spcBef>
              <a:spcAft>
                <a:spcPts val="600"/>
              </a:spcAft>
              <a:buClrTx/>
              <a:buSzTx/>
              <a:buFontTx/>
              <a:buChar char="•"/>
              <a:tabLst/>
            </a:pPr>
            <a:r>
              <a:rPr kumimoji="0" lang="en-US" altLang="en-US" sz="1600" b="1" i="0" u="none" strike="noStrike" cap="none" normalizeH="0" baseline="0" dirty="0">
                <a:ln>
                  <a:noFill/>
                </a:ln>
                <a:effectLst/>
                <a:latin typeface="ColfaxAI"/>
              </a:rPr>
              <a:t>AI Tools:</a:t>
            </a:r>
            <a:r>
              <a:rPr kumimoji="0" lang="en-US" altLang="en-US" sz="1600" b="0" i="0" u="none" strike="noStrike" cap="none" normalizeH="0" baseline="0" dirty="0">
                <a:ln>
                  <a:noFill/>
                </a:ln>
                <a:effectLst/>
                <a:latin typeface="ColfaxAI"/>
              </a:rPr>
              <a:t> Some AI tools, like </a:t>
            </a:r>
            <a:r>
              <a:rPr kumimoji="0" lang="en-US" altLang="en-US" sz="1600" b="0" i="0" u="none" strike="noStrike" cap="none" normalizeH="0" baseline="0" dirty="0" err="1">
                <a:ln>
                  <a:noFill/>
                </a:ln>
                <a:effectLst/>
                <a:latin typeface="ui-monospace"/>
              </a:rPr>
              <a:t>DeepCode</a:t>
            </a:r>
            <a:r>
              <a:rPr kumimoji="0" lang="en-US" altLang="en-US" sz="1600" b="0" i="0" u="none" strike="noStrike" cap="none" normalizeH="0" baseline="0" dirty="0">
                <a:ln>
                  <a:noFill/>
                </a:ln>
                <a:effectLst/>
                <a:latin typeface="ColfaxAI"/>
              </a:rPr>
              <a:t> or </a:t>
            </a:r>
            <a:r>
              <a:rPr kumimoji="0" lang="en-US" altLang="en-US" sz="1600" b="0" i="0" u="none" strike="noStrike" cap="none" normalizeH="0" baseline="0" dirty="0">
                <a:ln>
                  <a:noFill/>
                </a:ln>
                <a:effectLst/>
                <a:latin typeface="ui-monospace"/>
              </a:rPr>
              <a:t>Codex</a:t>
            </a:r>
            <a:r>
              <a:rPr kumimoji="0" lang="en-US" altLang="en-US" sz="1600" b="0" i="0" u="none" strike="noStrike" cap="none" normalizeH="0" baseline="0" dirty="0">
                <a:ln>
                  <a:noFill/>
                </a:ln>
                <a:effectLst/>
                <a:latin typeface="ColfaxAI"/>
              </a:rPr>
              <a:t>, can analyze code for inefficiencies and suggest improvements automatically.</a:t>
            </a:r>
          </a:p>
          <a:p>
            <a:pPr marL="0" marR="0" lvl="0" indent="0" defTabSz="914400" rtl="0" eaLnBrk="0" fontAlgn="base" latinLnBrk="0" hangingPunct="0">
              <a:lnSpc>
                <a:spcPct val="110000"/>
              </a:lnSpc>
              <a:spcBef>
                <a:spcPct val="0"/>
              </a:spcBef>
              <a:spcAft>
                <a:spcPts val="600"/>
              </a:spcAft>
              <a:buClrTx/>
              <a:buSzTx/>
              <a:buFontTx/>
              <a:buNone/>
              <a:tabLst/>
            </a:pPr>
            <a:endParaRPr kumimoji="0" lang="en-US" altLang="en-US" sz="1600" b="1" i="0" u="none" strike="noStrike" cap="none" normalizeH="0" baseline="0" dirty="0">
              <a:ln>
                <a:noFill/>
              </a:ln>
              <a:effectLst/>
              <a:latin typeface="ColfaxAI"/>
            </a:endParaRPr>
          </a:p>
          <a:p>
            <a:pPr marL="0" marR="0" lvl="0" indent="0" defTabSz="914400" rtl="0" eaLnBrk="0" fontAlgn="base" latinLnBrk="0" hangingPunct="0">
              <a:lnSpc>
                <a:spcPct val="110000"/>
              </a:lnSpc>
              <a:spcBef>
                <a:spcPct val="0"/>
              </a:spcBef>
              <a:spcAft>
                <a:spcPts val="600"/>
              </a:spcAft>
              <a:buClrTx/>
              <a:buSzTx/>
              <a:buFontTx/>
              <a:buNone/>
              <a:tabLst/>
            </a:pPr>
            <a:r>
              <a:rPr lang="en-US" altLang="en-US" sz="2200" b="1" dirty="0">
                <a:solidFill>
                  <a:srgbClr val="FF0000"/>
                </a:solidFill>
                <a:highlight>
                  <a:srgbClr val="FFFF00"/>
                </a:highlight>
                <a:latin typeface="ColfaxAI"/>
              </a:rPr>
              <a:t>Step 3: </a:t>
            </a:r>
            <a:r>
              <a:rPr kumimoji="0" lang="en-US" altLang="en-US" sz="1600" b="1" i="0" u="none" strike="noStrike" cap="none" normalizeH="0" baseline="0" dirty="0">
                <a:ln>
                  <a:noFill/>
                </a:ln>
                <a:effectLst/>
                <a:latin typeface="ColfaxAI"/>
              </a:rPr>
              <a:t>Optimize Algorithms</a:t>
            </a:r>
          </a:p>
          <a:p>
            <a:pPr marL="0" marR="0" lvl="0" indent="0" defTabSz="914400" rtl="0" eaLnBrk="0" fontAlgn="base" latinLnBrk="0" hangingPunct="0">
              <a:lnSpc>
                <a:spcPct val="110000"/>
              </a:lnSpc>
              <a:spcBef>
                <a:spcPct val="0"/>
              </a:spcBef>
              <a:spcAft>
                <a:spcPts val="600"/>
              </a:spcAft>
              <a:buClrTx/>
              <a:buSzTx/>
              <a:buFontTx/>
              <a:buChar char="•"/>
              <a:tabLst/>
            </a:pPr>
            <a:r>
              <a:rPr kumimoji="0" lang="en-US" altLang="en-US" sz="1600" b="1" i="0" u="none" strike="noStrike" cap="none" normalizeH="0" baseline="0" dirty="0">
                <a:ln>
                  <a:noFill/>
                </a:ln>
                <a:effectLst/>
                <a:latin typeface="ColfaxAI"/>
              </a:rPr>
              <a:t>Choose the Right Algorithm</a:t>
            </a:r>
            <a:r>
              <a:rPr kumimoji="0" lang="en-US" altLang="en-US" sz="1600" b="0" i="0" u="none" strike="noStrike" cap="none" normalizeH="0" baseline="0" dirty="0">
                <a:ln>
                  <a:noFill/>
                </a:ln>
                <a:effectLst/>
                <a:latin typeface="ColfaxAI"/>
              </a:rPr>
              <a:t>: Sometimes simply selecting a more efficient algorithm can yield significant performance improvements (e.g., sorting algorithms).</a:t>
            </a:r>
          </a:p>
          <a:p>
            <a:pPr marL="0" marR="0" lvl="0" indent="0" defTabSz="914400" rtl="0" eaLnBrk="0" fontAlgn="base" latinLnBrk="0" hangingPunct="0">
              <a:lnSpc>
                <a:spcPct val="110000"/>
              </a:lnSpc>
              <a:spcBef>
                <a:spcPct val="0"/>
              </a:spcBef>
              <a:spcAft>
                <a:spcPts val="600"/>
              </a:spcAft>
              <a:buClrTx/>
              <a:buSzTx/>
              <a:buFontTx/>
              <a:buChar char="•"/>
              <a:tabLst/>
            </a:pPr>
            <a:r>
              <a:rPr kumimoji="0" lang="en-US" altLang="en-US" sz="1600" b="1" i="0" u="none" strike="noStrike" cap="none" normalizeH="0" baseline="0" dirty="0">
                <a:ln>
                  <a:noFill/>
                </a:ln>
                <a:effectLst/>
                <a:latin typeface="ColfaxAI"/>
              </a:rPr>
              <a:t>Data Structures</a:t>
            </a:r>
            <a:r>
              <a:rPr kumimoji="0" lang="en-US" altLang="en-US" sz="1600" b="0" i="0" u="none" strike="noStrike" cap="none" normalizeH="0" baseline="0" dirty="0">
                <a:ln>
                  <a:noFill/>
                </a:ln>
                <a:effectLst/>
                <a:latin typeface="ColfaxAI"/>
              </a:rPr>
              <a:t>: Use appropriate data structures (like hash tables for quick lookups).</a:t>
            </a:r>
          </a:p>
          <a:p>
            <a:pPr marL="0" marR="0" lvl="0" indent="0" defTabSz="914400" rtl="0" eaLnBrk="0" fontAlgn="base" latinLnBrk="0" hangingPunct="0">
              <a:lnSpc>
                <a:spcPct val="110000"/>
              </a:lnSpc>
              <a:spcBef>
                <a:spcPct val="0"/>
              </a:spcBef>
              <a:spcAft>
                <a:spcPts val="600"/>
              </a:spcAft>
              <a:buClrTx/>
              <a:buSzTx/>
              <a:buFontTx/>
              <a:buNone/>
              <a:tabLst/>
            </a:pPr>
            <a:endParaRPr kumimoji="0" lang="en-US" altLang="en-US" sz="1600" b="1" i="0" u="none" strike="noStrike" cap="none" normalizeH="0" baseline="0" dirty="0">
              <a:ln>
                <a:noFill/>
              </a:ln>
              <a:effectLst/>
              <a:latin typeface="ColfaxAI"/>
            </a:endParaRPr>
          </a:p>
          <a:p>
            <a:pPr marL="0" marR="0" lvl="0" indent="0" defTabSz="914400" rtl="0" eaLnBrk="0" fontAlgn="base" latinLnBrk="0" hangingPunct="0">
              <a:lnSpc>
                <a:spcPct val="110000"/>
              </a:lnSpc>
              <a:spcBef>
                <a:spcPct val="0"/>
              </a:spcBef>
              <a:spcAft>
                <a:spcPts val="600"/>
              </a:spcAft>
              <a:buClrTx/>
              <a:buSzTx/>
              <a:buFontTx/>
              <a:buNone/>
              <a:tabLst/>
            </a:pPr>
            <a:r>
              <a:rPr lang="en-US" altLang="en-US" sz="2200" b="1" dirty="0">
                <a:solidFill>
                  <a:srgbClr val="FF0000"/>
                </a:solidFill>
                <a:highlight>
                  <a:srgbClr val="FFFF00"/>
                </a:highlight>
                <a:latin typeface="ColfaxAI"/>
              </a:rPr>
              <a:t>Step 4: </a:t>
            </a:r>
            <a:r>
              <a:rPr kumimoji="0" lang="en-US" altLang="en-US" sz="1600" b="1" i="0" u="none" strike="noStrike" cap="none" normalizeH="0" baseline="0" dirty="0">
                <a:ln>
                  <a:noFill/>
                </a:ln>
                <a:effectLst/>
                <a:latin typeface="ColfaxAI"/>
              </a:rPr>
              <a:t>Code Refactoring</a:t>
            </a:r>
          </a:p>
          <a:p>
            <a:pPr marL="0" marR="0" lvl="0" indent="0" defTabSz="914400" rtl="0" eaLnBrk="0" fontAlgn="base" latinLnBrk="0" hangingPunct="0">
              <a:lnSpc>
                <a:spcPct val="110000"/>
              </a:lnSpc>
              <a:spcBef>
                <a:spcPct val="0"/>
              </a:spcBef>
              <a:spcAft>
                <a:spcPts val="600"/>
              </a:spcAft>
              <a:buClrTx/>
              <a:buSzTx/>
              <a:buFontTx/>
              <a:buChar char="•"/>
              <a:tabLst/>
            </a:pPr>
            <a:r>
              <a:rPr kumimoji="0" lang="en-US" altLang="en-US" sz="1600" b="1" i="0" u="none" strike="noStrike" cap="none" normalizeH="0" baseline="0" dirty="0">
                <a:ln>
                  <a:noFill/>
                </a:ln>
                <a:effectLst/>
                <a:latin typeface="ColfaxAI"/>
              </a:rPr>
              <a:t>Eliminate Redundant Code</a:t>
            </a:r>
            <a:r>
              <a:rPr kumimoji="0" lang="en-US" altLang="en-US" sz="1600" b="0" i="0" u="none" strike="noStrike" cap="none" normalizeH="0" baseline="0" dirty="0">
                <a:ln>
                  <a:noFill/>
                </a:ln>
                <a:effectLst/>
                <a:latin typeface="ColfaxAI"/>
              </a:rPr>
              <a:t>: Remove duplicate code and unnecessary computations.</a:t>
            </a:r>
          </a:p>
          <a:p>
            <a:pPr marL="0" marR="0" lvl="0" indent="0" defTabSz="914400" rtl="0" eaLnBrk="0" fontAlgn="base" latinLnBrk="0" hangingPunct="0">
              <a:lnSpc>
                <a:spcPct val="110000"/>
              </a:lnSpc>
              <a:spcBef>
                <a:spcPct val="0"/>
              </a:spcBef>
              <a:spcAft>
                <a:spcPts val="600"/>
              </a:spcAft>
              <a:buClrTx/>
              <a:buSzTx/>
              <a:buFontTx/>
              <a:buChar char="•"/>
              <a:tabLst/>
            </a:pPr>
            <a:r>
              <a:rPr kumimoji="0" lang="en-US" altLang="en-US" sz="1600" b="1" i="0" u="none" strike="noStrike" cap="none" normalizeH="0" baseline="0" dirty="0">
                <a:ln>
                  <a:noFill/>
                </a:ln>
                <a:effectLst/>
                <a:latin typeface="ColfaxAI"/>
              </a:rPr>
              <a:t>Modularize</a:t>
            </a:r>
            <a:r>
              <a:rPr kumimoji="0" lang="en-US" altLang="en-US" sz="1600" b="0" i="0" u="none" strike="noStrike" cap="none" normalizeH="0" baseline="0" dirty="0">
                <a:ln>
                  <a:noFill/>
                </a:ln>
                <a:effectLst/>
                <a:latin typeface="ColfaxAI"/>
              </a:rPr>
              <a:t>: Break down large functions into smaller, reusable pieces.</a:t>
            </a:r>
          </a:p>
          <a:p>
            <a:pPr marL="0" marR="0" lvl="0" indent="0" defTabSz="914400" rtl="0" eaLnBrk="0" fontAlgn="base" latinLnBrk="0" hangingPunct="0">
              <a:lnSpc>
                <a:spcPct val="110000"/>
              </a:lnSpc>
              <a:spcBef>
                <a:spcPct val="0"/>
              </a:spcBef>
              <a:spcAft>
                <a:spcPts val="600"/>
              </a:spcAft>
              <a:buClrTx/>
              <a:buSzTx/>
              <a:buFontTx/>
              <a:buChar char="•"/>
              <a:tabLst/>
            </a:pPr>
            <a:r>
              <a:rPr kumimoji="0" lang="en-US" altLang="en-US" sz="1600" b="1" i="0" u="none" strike="noStrike" cap="none" normalizeH="0" baseline="0" dirty="0">
                <a:ln>
                  <a:noFill/>
                </a:ln>
                <a:effectLst/>
                <a:latin typeface="ColfaxAI"/>
              </a:rPr>
              <a:t>Use Libraries</a:t>
            </a:r>
            <a:r>
              <a:rPr kumimoji="0" lang="en-US" altLang="en-US" sz="1600" b="0" i="0" u="none" strike="noStrike" cap="none" normalizeH="0" baseline="0" dirty="0">
                <a:ln>
                  <a:noFill/>
                </a:ln>
                <a:effectLst/>
                <a:latin typeface="ColfaxAI"/>
              </a:rPr>
              <a:t>: Leverage optimized libraries (like NumPy for numerical computations in Python).</a:t>
            </a:r>
          </a:p>
          <a:p>
            <a:pPr marL="0" marR="0" lvl="0" indent="0" defTabSz="914400" rtl="0" eaLnBrk="0" fontAlgn="base" latinLnBrk="0" hangingPunct="0">
              <a:lnSpc>
                <a:spcPct val="110000"/>
              </a:lnSpc>
              <a:spcBef>
                <a:spcPct val="0"/>
              </a:spcBef>
              <a:spcAft>
                <a:spcPts val="600"/>
              </a:spcAft>
              <a:buClrTx/>
              <a:buSzTx/>
              <a:buFontTx/>
              <a:buNone/>
              <a:tabLst/>
            </a:pPr>
            <a:endParaRPr kumimoji="0" lang="en-US" altLang="en-US" sz="700" b="0"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332616478"/>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grpSp>
        <p:nvGrpSpPr>
          <p:cNvPr id="190" name="Group 189">
            <a:extLst>
              <a:ext uri="{FF2B5EF4-FFF2-40B4-BE49-F238E27FC236}">
                <a16:creationId xmlns:a16="http://schemas.microsoft.com/office/drawing/2014/main" id="{9AE4726C-1831-4FE3-9A11-227F0DC2F0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191" name="Rectangle 190">
              <a:extLst>
                <a:ext uri="{FF2B5EF4-FFF2-40B4-BE49-F238E27FC236}">
                  <a16:creationId xmlns:a16="http://schemas.microsoft.com/office/drawing/2014/main" id="{B651D7F7-8C54-448E-A268-1CBFAD87D4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3" name="Picture 2">
              <a:extLst>
                <a:ext uri="{FF2B5EF4-FFF2-40B4-BE49-F238E27FC236}">
                  <a16:creationId xmlns:a16="http://schemas.microsoft.com/office/drawing/2014/main" id="{E3B56E94-40E1-489A-98B2-A3238D66A064}"/>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p14="http://schemas.microsoft.com/office/powerpoint/2010/main" xmlns:a14="http://schemas.microsoft.com/office/drawing/2010/main" xmlns:a16="http://schemas.microsoft.com/office/drawing/2014/main" xmlns="">
                  <a:solidFill>
                    <a:srgbClr val="FFFFFF"/>
                  </a:solidFill>
                </a14:hiddenFill>
              </a:ext>
            </a:extLst>
          </p:spPr>
        </p:pic>
      </p:grpSp>
      <p:pic>
        <p:nvPicPr>
          <p:cNvPr id="71" name="Picture 70" descr="Robot operating a machine">
            <a:extLst>
              <a:ext uri="{FF2B5EF4-FFF2-40B4-BE49-F238E27FC236}">
                <a16:creationId xmlns:a16="http://schemas.microsoft.com/office/drawing/2014/main" id="{AD8EF0CB-FAB3-BF92-D934-33E7A46CB68D}"/>
              </a:ext>
            </a:extLst>
          </p:cNvPr>
          <p:cNvPicPr>
            <a:picLocks noChangeAspect="1"/>
          </p:cNvPicPr>
          <p:nvPr/>
        </p:nvPicPr>
        <p:blipFill>
          <a:blip r:embed="rId4"/>
          <a:srcRect l="25021" r="23101" b="1"/>
          <a:stretch/>
        </p:blipFill>
        <p:spPr>
          <a:xfrm>
            <a:off x="-5597" y="6449"/>
            <a:ext cx="4635583" cy="6857990"/>
          </a:xfrm>
          <a:prstGeom prst="rect">
            <a:avLst/>
          </a:prstGeom>
        </p:spPr>
      </p:pic>
      <p:grpSp>
        <p:nvGrpSpPr>
          <p:cNvPr id="192" name="Group 191">
            <a:extLst>
              <a:ext uri="{FF2B5EF4-FFF2-40B4-BE49-F238E27FC236}">
                <a16:creationId xmlns:a16="http://schemas.microsoft.com/office/drawing/2014/main" id="{E916825F-759B-4F1A-BA80-AF7137691E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solidFill>
            <a:schemeClr val="tx1">
              <a:alpha val="70000"/>
            </a:schemeClr>
          </a:solidFill>
          <a:effectLst/>
        </p:grpSpPr>
        <p:sp>
          <p:nvSpPr>
            <p:cNvPr id="193" name="Rectangle 192">
              <a:extLst>
                <a:ext uri="{FF2B5EF4-FFF2-40B4-BE49-F238E27FC236}">
                  <a16:creationId xmlns:a16="http://schemas.microsoft.com/office/drawing/2014/main" id="{0AF64541-DE3B-4DBB-84E1-907956469E5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en-IN"/>
            </a:p>
          </p:txBody>
        </p:sp>
        <p:sp>
          <p:nvSpPr>
            <p:cNvPr id="137" name="Freeform 6">
              <a:extLst>
                <a:ext uri="{FF2B5EF4-FFF2-40B4-BE49-F238E27FC236}">
                  <a16:creationId xmlns:a16="http://schemas.microsoft.com/office/drawing/2014/main" id="{9175DCC0-514A-4CA1-AD9A-1BB0FFF1B4F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138" name="Freeform 7">
              <a:extLst>
                <a:ext uri="{FF2B5EF4-FFF2-40B4-BE49-F238E27FC236}">
                  <a16:creationId xmlns:a16="http://schemas.microsoft.com/office/drawing/2014/main" id="{10371924-94D9-48AF-9D5B-6471775BE81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139" name="Rectangle 138">
              <a:extLst>
                <a:ext uri="{FF2B5EF4-FFF2-40B4-BE49-F238E27FC236}">
                  <a16:creationId xmlns:a16="http://schemas.microsoft.com/office/drawing/2014/main" id="{7C964FF9-A41A-438C-A22B-62690C98F1A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en-IN"/>
            </a:p>
          </p:txBody>
        </p:sp>
        <p:sp>
          <p:nvSpPr>
            <p:cNvPr id="140" name="Freeform 9">
              <a:extLst>
                <a:ext uri="{FF2B5EF4-FFF2-40B4-BE49-F238E27FC236}">
                  <a16:creationId xmlns:a16="http://schemas.microsoft.com/office/drawing/2014/main" id="{61716CD6-1875-4567-B3E2-364CD0960D8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194" name="Freeform 10">
              <a:extLst>
                <a:ext uri="{FF2B5EF4-FFF2-40B4-BE49-F238E27FC236}">
                  <a16:creationId xmlns:a16="http://schemas.microsoft.com/office/drawing/2014/main" id="{31A293D3-7189-453D-AB91-1291AAFF3D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195" name="Freeform 11">
              <a:extLst>
                <a:ext uri="{FF2B5EF4-FFF2-40B4-BE49-F238E27FC236}">
                  <a16:creationId xmlns:a16="http://schemas.microsoft.com/office/drawing/2014/main" id="{87CB4EFE-58B3-4326-9CFB-A2AFADDFA5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196" name="Freeform 12">
              <a:extLst>
                <a:ext uri="{FF2B5EF4-FFF2-40B4-BE49-F238E27FC236}">
                  <a16:creationId xmlns:a16="http://schemas.microsoft.com/office/drawing/2014/main" id="{249CF4D3-B5A3-4287-BC9D-E9BB8FA6EBB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197" name="Freeform 13">
              <a:extLst>
                <a:ext uri="{FF2B5EF4-FFF2-40B4-BE49-F238E27FC236}">
                  <a16:creationId xmlns:a16="http://schemas.microsoft.com/office/drawing/2014/main" id="{4D2515F2-4D11-41AF-A6B1-7D084BEA98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198" name="Freeform 14">
              <a:extLst>
                <a:ext uri="{FF2B5EF4-FFF2-40B4-BE49-F238E27FC236}">
                  <a16:creationId xmlns:a16="http://schemas.microsoft.com/office/drawing/2014/main" id="{331BCBF4-0DC2-426E-84B3-AE38E403C9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199" name="Freeform 15">
              <a:extLst>
                <a:ext uri="{FF2B5EF4-FFF2-40B4-BE49-F238E27FC236}">
                  <a16:creationId xmlns:a16="http://schemas.microsoft.com/office/drawing/2014/main" id="{EC8AF156-0BE9-437D-A83B-87364146D07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00" name="Freeform 16">
              <a:extLst>
                <a:ext uri="{FF2B5EF4-FFF2-40B4-BE49-F238E27FC236}">
                  <a16:creationId xmlns:a16="http://schemas.microsoft.com/office/drawing/2014/main" id="{AC8CB256-3F62-4406-88F5-CE2421FF25E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01" name="Freeform 17">
              <a:extLst>
                <a:ext uri="{FF2B5EF4-FFF2-40B4-BE49-F238E27FC236}">
                  <a16:creationId xmlns:a16="http://schemas.microsoft.com/office/drawing/2014/main" id="{F3E812EB-415E-4B60-B0FB-65386882CE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02" name="Freeform 18">
              <a:extLst>
                <a:ext uri="{FF2B5EF4-FFF2-40B4-BE49-F238E27FC236}">
                  <a16:creationId xmlns:a16="http://schemas.microsoft.com/office/drawing/2014/main" id="{EB4C95D7-8E6D-45EC-8CA1-9123D718E3B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03" name="Freeform 19">
              <a:extLst>
                <a:ext uri="{FF2B5EF4-FFF2-40B4-BE49-F238E27FC236}">
                  <a16:creationId xmlns:a16="http://schemas.microsoft.com/office/drawing/2014/main" id="{83F62FD2-2F62-4495-997C-8BD7F95AB8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04" name="Freeform 20">
              <a:extLst>
                <a:ext uri="{FF2B5EF4-FFF2-40B4-BE49-F238E27FC236}">
                  <a16:creationId xmlns:a16="http://schemas.microsoft.com/office/drawing/2014/main" id="{B7DFE0F9-22A3-4846-8D4E-0D193BD3288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05" name="Freeform 21">
              <a:extLst>
                <a:ext uri="{FF2B5EF4-FFF2-40B4-BE49-F238E27FC236}">
                  <a16:creationId xmlns:a16="http://schemas.microsoft.com/office/drawing/2014/main" id="{244DAF25-7415-491A-9FF6-E04BC2DC2EA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06" name="Freeform 22">
              <a:extLst>
                <a:ext uri="{FF2B5EF4-FFF2-40B4-BE49-F238E27FC236}">
                  <a16:creationId xmlns:a16="http://schemas.microsoft.com/office/drawing/2014/main" id="{7ACA3646-863C-4D00-A58A-62C7FE71C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07" name="Freeform 23">
              <a:extLst>
                <a:ext uri="{FF2B5EF4-FFF2-40B4-BE49-F238E27FC236}">
                  <a16:creationId xmlns:a16="http://schemas.microsoft.com/office/drawing/2014/main" id="{0EA18B38-BD42-45ED-8458-FB205DBC76D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08" name="Freeform 24">
              <a:extLst>
                <a:ext uri="{FF2B5EF4-FFF2-40B4-BE49-F238E27FC236}">
                  <a16:creationId xmlns:a16="http://schemas.microsoft.com/office/drawing/2014/main" id="{45302917-5DBE-4CF2-B52F-478F93FDDE7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09" name="Freeform 25">
              <a:extLst>
                <a:ext uri="{FF2B5EF4-FFF2-40B4-BE49-F238E27FC236}">
                  <a16:creationId xmlns:a16="http://schemas.microsoft.com/office/drawing/2014/main" id="{8E61E6FD-D40E-479C-ABE9-2B69AE20D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10" name="Freeform 26">
              <a:extLst>
                <a:ext uri="{FF2B5EF4-FFF2-40B4-BE49-F238E27FC236}">
                  <a16:creationId xmlns:a16="http://schemas.microsoft.com/office/drawing/2014/main" id="{2F4DEB4F-F824-48D7-AF9B-B5D905DCD1B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11" name="Freeform 27">
              <a:extLst>
                <a:ext uri="{FF2B5EF4-FFF2-40B4-BE49-F238E27FC236}">
                  <a16:creationId xmlns:a16="http://schemas.microsoft.com/office/drawing/2014/main" id="{F76CFA02-6090-4464-B573-BCA350C90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12" name="Freeform 28">
              <a:extLst>
                <a:ext uri="{FF2B5EF4-FFF2-40B4-BE49-F238E27FC236}">
                  <a16:creationId xmlns:a16="http://schemas.microsoft.com/office/drawing/2014/main" id="{51BE8BEC-76C7-41FE-AB76-35194C2442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213" name="Freeform 29">
              <a:extLst>
                <a:ext uri="{FF2B5EF4-FFF2-40B4-BE49-F238E27FC236}">
                  <a16:creationId xmlns:a16="http://schemas.microsoft.com/office/drawing/2014/main" id="{710F61D4-3B34-45A9-B9B7-CE0373AB49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161" name="Freeform 30">
              <a:extLst>
                <a:ext uri="{FF2B5EF4-FFF2-40B4-BE49-F238E27FC236}">
                  <a16:creationId xmlns:a16="http://schemas.microsoft.com/office/drawing/2014/main" id="{451F080F-4CFB-4626-87CA-BB4CACA1C6F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162" name="Freeform 31">
              <a:extLst>
                <a:ext uri="{FF2B5EF4-FFF2-40B4-BE49-F238E27FC236}">
                  <a16:creationId xmlns:a16="http://schemas.microsoft.com/office/drawing/2014/main" id="{667BBD71-2295-4A66-B76C-F82175C2B0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163" name="Freeform 32">
              <a:extLst>
                <a:ext uri="{FF2B5EF4-FFF2-40B4-BE49-F238E27FC236}">
                  <a16:creationId xmlns:a16="http://schemas.microsoft.com/office/drawing/2014/main" id="{B6644DE8-5BD1-4D5F-B245-0D3A21BCE13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164" name="Rectangle 163">
              <a:extLst>
                <a:ext uri="{FF2B5EF4-FFF2-40B4-BE49-F238E27FC236}">
                  <a16:creationId xmlns:a16="http://schemas.microsoft.com/office/drawing/2014/main" id="{A4DE8FD0-E681-4D9C-85C2-BEA4C2B3A06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en-IN"/>
            </a:p>
          </p:txBody>
        </p:sp>
        <p:sp>
          <p:nvSpPr>
            <p:cNvPr id="165" name="Freeform 34">
              <a:extLst>
                <a:ext uri="{FF2B5EF4-FFF2-40B4-BE49-F238E27FC236}">
                  <a16:creationId xmlns:a16="http://schemas.microsoft.com/office/drawing/2014/main" id="{D46033BD-1026-4388-B926-9D11E1D7C42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166" name="Freeform 35">
              <a:extLst>
                <a:ext uri="{FF2B5EF4-FFF2-40B4-BE49-F238E27FC236}">
                  <a16:creationId xmlns:a16="http://schemas.microsoft.com/office/drawing/2014/main" id="{1FA74D4C-2E28-42C5-A7FA-3C7D6BD8B7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167" name="Freeform 36">
              <a:extLst>
                <a:ext uri="{FF2B5EF4-FFF2-40B4-BE49-F238E27FC236}">
                  <a16:creationId xmlns:a16="http://schemas.microsoft.com/office/drawing/2014/main" id="{FADF7B3F-903C-456C-983E-C9868DDAB9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168" name="Freeform 37">
              <a:extLst>
                <a:ext uri="{FF2B5EF4-FFF2-40B4-BE49-F238E27FC236}">
                  <a16:creationId xmlns:a16="http://schemas.microsoft.com/office/drawing/2014/main" id="{033F8698-1549-44AD-8DAD-0055D7B8077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169" name="Freeform 38">
              <a:extLst>
                <a:ext uri="{FF2B5EF4-FFF2-40B4-BE49-F238E27FC236}">
                  <a16:creationId xmlns:a16="http://schemas.microsoft.com/office/drawing/2014/main" id="{F1BDD4B6-46FD-4048-ADF1-32EADD9E5A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170" name="Freeform 39">
              <a:extLst>
                <a:ext uri="{FF2B5EF4-FFF2-40B4-BE49-F238E27FC236}">
                  <a16:creationId xmlns:a16="http://schemas.microsoft.com/office/drawing/2014/main" id="{E7F387A7-B3BF-4B1A-BFCA-2D21AD3DFE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171" name="Freeform 40">
              <a:extLst>
                <a:ext uri="{FF2B5EF4-FFF2-40B4-BE49-F238E27FC236}">
                  <a16:creationId xmlns:a16="http://schemas.microsoft.com/office/drawing/2014/main" id="{7A1B6BC8-EA82-459D-A0E0-4EBE394E71F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172" name="Freeform 41">
              <a:extLst>
                <a:ext uri="{FF2B5EF4-FFF2-40B4-BE49-F238E27FC236}">
                  <a16:creationId xmlns:a16="http://schemas.microsoft.com/office/drawing/2014/main" id="{8B94E190-DDC2-4545-906F-A1699BD73D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173" name="Freeform 42">
              <a:extLst>
                <a:ext uri="{FF2B5EF4-FFF2-40B4-BE49-F238E27FC236}">
                  <a16:creationId xmlns:a16="http://schemas.microsoft.com/office/drawing/2014/main" id="{D9807239-A5BA-4BB3-9194-BCE3B2F21CE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174" name="Freeform 43">
              <a:extLst>
                <a:ext uri="{FF2B5EF4-FFF2-40B4-BE49-F238E27FC236}">
                  <a16:creationId xmlns:a16="http://schemas.microsoft.com/office/drawing/2014/main" id="{04D300FD-DC53-4375-8981-09EA63BCF1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175" name="Freeform 44">
              <a:extLst>
                <a:ext uri="{FF2B5EF4-FFF2-40B4-BE49-F238E27FC236}">
                  <a16:creationId xmlns:a16="http://schemas.microsoft.com/office/drawing/2014/main" id="{1DF83FFD-4C16-41FD-928F-6E88AFC451C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176" name="Rectangle 175">
              <a:extLst>
                <a:ext uri="{FF2B5EF4-FFF2-40B4-BE49-F238E27FC236}">
                  <a16:creationId xmlns:a16="http://schemas.microsoft.com/office/drawing/2014/main" id="{A5B4BC2F-B667-462B-99D8-0C433124ABD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en-IN"/>
            </a:p>
          </p:txBody>
        </p:sp>
        <p:sp>
          <p:nvSpPr>
            <p:cNvPr id="177" name="Freeform 46">
              <a:extLst>
                <a:ext uri="{FF2B5EF4-FFF2-40B4-BE49-F238E27FC236}">
                  <a16:creationId xmlns:a16="http://schemas.microsoft.com/office/drawing/2014/main" id="{0CBD9EFB-AC61-4674-B75A-56449003CC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178" name="Freeform 47">
              <a:extLst>
                <a:ext uri="{FF2B5EF4-FFF2-40B4-BE49-F238E27FC236}">
                  <a16:creationId xmlns:a16="http://schemas.microsoft.com/office/drawing/2014/main" id="{1AD4BBB0-F6A7-451F-BE09-DF619F38EB7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179" name="Freeform 48">
              <a:extLst>
                <a:ext uri="{FF2B5EF4-FFF2-40B4-BE49-F238E27FC236}">
                  <a16:creationId xmlns:a16="http://schemas.microsoft.com/office/drawing/2014/main" id="{A258B285-AE5E-473A-AA72-3C95E1D83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180" name="Freeform 49">
              <a:extLst>
                <a:ext uri="{FF2B5EF4-FFF2-40B4-BE49-F238E27FC236}">
                  <a16:creationId xmlns:a16="http://schemas.microsoft.com/office/drawing/2014/main" id="{7BEEDDE5-CB8A-4DF9-858F-4D9462D955A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181" name="Freeform 50">
              <a:extLst>
                <a:ext uri="{FF2B5EF4-FFF2-40B4-BE49-F238E27FC236}">
                  <a16:creationId xmlns:a16="http://schemas.microsoft.com/office/drawing/2014/main" id="{DA1C731B-9B66-4D65-BF47-04B118107B0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182" name="Freeform 51">
              <a:extLst>
                <a:ext uri="{FF2B5EF4-FFF2-40B4-BE49-F238E27FC236}">
                  <a16:creationId xmlns:a16="http://schemas.microsoft.com/office/drawing/2014/main" id="{58DBFEC6-C6DC-4B7A-934F-5A79EC3280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183" name="Freeform 52">
              <a:extLst>
                <a:ext uri="{FF2B5EF4-FFF2-40B4-BE49-F238E27FC236}">
                  <a16:creationId xmlns:a16="http://schemas.microsoft.com/office/drawing/2014/main" id="{9948D8CB-2DBE-4E48-98EA-DF9E2666A2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184" name="Freeform 53">
              <a:extLst>
                <a:ext uri="{FF2B5EF4-FFF2-40B4-BE49-F238E27FC236}">
                  <a16:creationId xmlns:a16="http://schemas.microsoft.com/office/drawing/2014/main" id="{56AB69F6-9F0B-4AB6-BCA8-AA2FD69E998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185" name="Freeform 54">
              <a:extLst>
                <a:ext uri="{FF2B5EF4-FFF2-40B4-BE49-F238E27FC236}">
                  <a16:creationId xmlns:a16="http://schemas.microsoft.com/office/drawing/2014/main" id="{0E7FB426-288D-4B0B-B73B-10CCC0EF41E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186" name="Freeform 55">
              <a:extLst>
                <a:ext uri="{FF2B5EF4-FFF2-40B4-BE49-F238E27FC236}">
                  <a16:creationId xmlns:a16="http://schemas.microsoft.com/office/drawing/2014/main" id="{A5C59C6B-46C9-48C9-9F57-2EE738B531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187" name="Freeform 56">
              <a:extLst>
                <a:ext uri="{FF2B5EF4-FFF2-40B4-BE49-F238E27FC236}">
                  <a16:creationId xmlns:a16="http://schemas.microsoft.com/office/drawing/2014/main" id="{7CE85F33-17DC-4273-B06F-D171094449D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188" name="Freeform 57">
              <a:extLst>
                <a:ext uri="{FF2B5EF4-FFF2-40B4-BE49-F238E27FC236}">
                  <a16:creationId xmlns:a16="http://schemas.microsoft.com/office/drawing/2014/main" id="{5CD001CF-F2C4-4810-A8D9-679F9F89E5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sp>
          <p:nvSpPr>
            <p:cNvPr id="189" name="Freeform 58">
              <a:extLst>
                <a:ext uri="{FF2B5EF4-FFF2-40B4-BE49-F238E27FC236}">
                  <a16:creationId xmlns:a16="http://schemas.microsoft.com/office/drawing/2014/main" id="{69F4BCDD-D153-40D2-8DD1-2509EE0CE4C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IN"/>
            </a:p>
          </p:txBody>
        </p:sp>
      </p:grpSp>
      <p:sp>
        <p:nvSpPr>
          <p:cNvPr id="3" name="Content Placeholder 2">
            <a:extLst>
              <a:ext uri="{FF2B5EF4-FFF2-40B4-BE49-F238E27FC236}">
                <a16:creationId xmlns:a16="http://schemas.microsoft.com/office/drawing/2014/main" id="{B051E13D-31F2-2D47-B8D4-AC02DDC0686C}"/>
              </a:ext>
            </a:extLst>
          </p:cNvPr>
          <p:cNvSpPr>
            <a:spLocks noGrp="1"/>
          </p:cNvSpPr>
          <p:nvPr>
            <p:ph idx="1"/>
          </p:nvPr>
        </p:nvSpPr>
        <p:spPr>
          <a:xfrm>
            <a:off x="4629986" y="-2"/>
            <a:ext cx="7557251" cy="6838952"/>
          </a:xfrm>
        </p:spPr>
        <p:txBody>
          <a:bodyPr>
            <a:normAutofit fontScale="77500" lnSpcReduction="20000"/>
          </a:bodyPr>
          <a:lstStyle/>
          <a:p>
            <a:pPr marL="0" indent="0">
              <a:lnSpc>
                <a:spcPct val="110000"/>
              </a:lnSpc>
              <a:buNone/>
            </a:pPr>
            <a:r>
              <a:rPr lang="en-US" sz="2800" b="1" dirty="0">
                <a:solidFill>
                  <a:srgbClr val="FF0000"/>
                </a:solidFill>
                <a:highlight>
                  <a:srgbClr val="FFFF00"/>
                </a:highlight>
                <a:latin typeface="ColfaxAI"/>
              </a:rPr>
              <a:t>Step 5: </a:t>
            </a:r>
            <a:r>
              <a:rPr lang="en-US" sz="2600" dirty="0"/>
              <a:t>Utilize AI Tools for Optimization</a:t>
            </a:r>
          </a:p>
          <a:p>
            <a:pPr marL="0" indent="0">
              <a:lnSpc>
                <a:spcPct val="110000"/>
              </a:lnSpc>
              <a:buNone/>
            </a:pPr>
            <a:r>
              <a:rPr lang="en-US" sz="2600" dirty="0"/>
              <a:t>Code Review AI:</a:t>
            </a:r>
          </a:p>
          <a:p>
            <a:pPr marL="0" indent="0">
              <a:lnSpc>
                <a:spcPct val="110000"/>
              </a:lnSpc>
              <a:buNone/>
            </a:pPr>
            <a:r>
              <a:rPr lang="en-US" sz="2600" dirty="0"/>
              <a:t>Tools like SonarQube or </a:t>
            </a:r>
            <a:r>
              <a:rPr lang="en-US" sz="2600" dirty="0" err="1"/>
              <a:t>Codacy</a:t>
            </a:r>
            <a:r>
              <a:rPr lang="en-US" sz="2600" dirty="0"/>
              <a:t> can automatically review code for potential issues.</a:t>
            </a:r>
          </a:p>
          <a:p>
            <a:pPr marL="0" indent="0">
              <a:lnSpc>
                <a:spcPct val="110000"/>
              </a:lnSpc>
              <a:buNone/>
            </a:pPr>
            <a:r>
              <a:rPr lang="en-US" sz="2600" dirty="0"/>
              <a:t>Automated Refactoring Tools:</a:t>
            </a:r>
          </a:p>
          <a:p>
            <a:pPr marL="0" indent="0">
              <a:lnSpc>
                <a:spcPct val="110000"/>
              </a:lnSpc>
              <a:buNone/>
            </a:pPr>
            <a:r>
              <a:rPr lang="en-US" sz="2600" dirty="0"/>
              <a:t>AI-driven tools that can suggest refactoring options (e.g., Refactor.ai).</a:t>
            </a:r>
          </a:p>
          <a:p>
            <a:pPr marL="0" indent="0">
              <a:lnSpc>
                <a:spcPct val="110000"/>
              </a:lnSpc>
              <a:buNone/>
            </a:pPr>
            <a:r>
              <a:rPr lang="en-US" sz="2600" dirty="0"/>
              <a:t>Intelligent Code Suggestions:</a:t>
            </a:r>
          </a:p>
          <a:p>
            <a:pPr marL="0" indent="0">
              <a:lnSpc>
                <a:spcPct val="110000"/>
              </a:lnSpc>
              <a:buNone/>
            </a:pPr>
            <a:r>
              <a:rPr lang="en-US" sz="2600" dirty="0"/>
              <a:t>Tools like GitHub Copilot or OpenAI's Codex can help generate optimized code snippets.</a:t>
            </a:r>
          </a:p>
          <a:p>
            <a:pPr marL="0" indent="0">
              <a:lnSpc>
                <a:spcPct val="110000"/>
              </a:lnSpc>
              <a:buNone/>
            </a:pPr>
            <a:r>
              <a:rPr lang="en-US" sz="2800" b="1" dirty="0">
                <a:solidFill>
                  <a:srgbClr val="FF0000"/>
                </a:solidFill>
                <a:highlight>
                  <a:srgbClr val="FFFF00"/>
                </a:highlight>
                <a:latin typeface="ColfaxAI"/>
              </a:rPr>
              <a:t>Step 6: </a:t>
            </a:r>
            <a:r>
              <a:rPr lang="en-US" sz="2600" dirty="0"/>
              <a:t>Testing and Validation</a:t>
            </a:r>
          </a:p>
          <a:p>
            <a:pPr marL="0" indent="0">
              <a:lnSpc>
                <a:spcPct val="110000"/>
              </a:lnSpc>
              <a:buNone/>
            </a:pPr>
            <a:r>
              <a:rPr lang="en-US" sz="2600" dirty="0"/>
              <a:t>Unit Testing: Ensure your changes don’t break existing functionality.</a:t>
            </a:r>
          </a:p>
          <a:p>
            <a:pPr marL="0" indent="0">
              <a:lnSpc>
                <a:spcPct val="110000"/>
              </a:lnSpc>
              <a:buNone/>
            </a:pPr>
            <a:r>
              <a:rPr lang="en-US" sz="2600" dirty="0"/>
              <a:t>Load Testing: Test your application under load to ensure it performs well under heavy usage.</a:t>
            </a:r>
          </a:p>
          <a:p>
            <a:pPr marL="0" indent="0">
              <a:lnSpc>
                <a:spcPct val="110000"/>
              </a:lnSpc>
              <a:buNone/>
            </a:pPr>
            <a:r>
              <a:rPr lang="en-US" sz="2600" dirty="0"/>
              <a:t>Run Benchmarking: Create benchmarks before and after optimization to measure improvements.</a:t>
            </a:r>
          </a:p>
          <a:p>
            <a:pPr marL="0" indent="0">
              <a:lnSpc>
                <a:spcPct val="110000"/>
              </a:lnSpc>
              <a:buNone/>
            </a:pPr>
            <a:r>
              <a:rPr lang="en-US" sz="2800" b="1" dirty="0">
                <a:solidFill>
                  <a:srgbClr val="FF0000"/>
                </a:solidFill>
                <a:highlight>
                  <a:srgbClr val="FFFF00"/>
                </a:highlight>
                <a:latin typeface="ColfaxAI"/>
              </a:rPr>
              <a:t>Step 7: </a:t>
            </a:r>
            <a:r>
              <a:rPr lang="en-US" sz="2600" dirty="0"/>
              <a:t>Monitor Performance Continuously</a:t>
            </a:r>
          </a:p>
          <a:p>
            <a:pPr marL="0" indent="0">
              <a:lnSpc>
                <a:spcPct val="110000"/>
              </a:lnSpc>
              <a:buNone/>
            </a:pPr>
            <a:r>
              <a:rPr lang="en-US" sz="2600" dirty="0"/>
              <a:t>Use monitoring tools (like New Relic or Grafana) to keep an eye on performance over time and identify new bottlenecks.</a:t>
            </a:r>
          </a:p>
          <a:p>
            <a:pPr>
              <a:lnSpc>
                <a:spcPct val="110000"/>
              </a:lnSpc>
            </a:pPr>
            <a:endParaRPr lang="en-IN" sz="600" dirty="0"/>
          </a:p>
        </p:txBody>
      </p:sp>
    </p:spTree>
    <p:extLst>
      <p:ext uri="{BB962C8B-B14F-4D97-AF65-F5344CB8AC3E}">
        <p14:creationId xmlns:p14="http://schemas.microsoft.com/office/powerpoint/2010/main" val="4060772227"/>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54B9C16B-AC4A-44ED-9075-F76549B46E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62A2FEB6-F419-4684-9ABC-9E32E012E8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00" y="-11384"/>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12" name="Rectangle 5">
              <a:extLst>
                <a:ext uri="{FF2B5EF4-FFF2-40B4-BE49-F238E27FC236}">
                  <a16:creationId xmlns:a16="http://schemas.microsoft.com/office/drawing/2014/main" id="{21E24A15-28D6-4CEB-9268-0BB0BEEAF38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miter lim="800000"/>
                  <a:headEnd/>
                  <a:tailEnd/>
                </a14:hiddenLine>
              </a:ext>
            </a:extLst>
          </p:spPr>
          <p:txBody>
            <a:bodyPr/>
            <a:lstStyle/>
            <a:p>
              <a:endParaRPr lang="en-IN"/>
            </a:p>
          </p:txBody>
        </p:sp>
        <p:sp>
          <p:nvSpPr>
            <p:cNvPr id="13" name="Freeform 6">
              <a:extLst>
                <a:ext uri="{FF2B5EF4-FFF2-40B4-BE49-F238E27FC236}">
                  <a16:creationId xmlns:a16="http://schemas.microsoft.com/office/drawing/2014/main" id="{4345933F-9633-4510-90E1-08B0E2A19E7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4" name="Freeform 7">
              <a:extLst>
                <a:ext uri="{FF2B5EF4-FFF2-40B4-BE49-F238E27FC236}">
                  <a16:creationId xmlns:a16="http://schemas.microsoft.com/office/drawing/2014/main" id="{C68A48FB-1BE4-4053-A76F-5A5511BA0E0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5" name="Freeform 8">
              <a:extLst>
                <a:ext uri="{FF2B5EF4-FFF2-40B4-BE49-F238E27FC236}">
                  <a16:creationId xmlns:a16="http://schemas.microsoft.com/office/drawing/2014/main" id="{8149777B-6A9F-4C95-BF44-F964645071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6" name="Freeform 9">
              <a:extLst>
                <a:ext uri="{FF2B5EF4-FFF2-40B4-BE49-F238E27FC236}">
                  <a16:creationId xmlns:a16="http://schemas.microsoft.com/office/drawing/2014/main" id="{0654845E-622A-4AD3-8F3A-6E1DEAB5FCA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7" name="Freeform 10">
              <a:extLst>
                <a:ext uri="{FF2B5EF4-FFF2-40B4-BE49-F238E27FC236}">
                  <a16:creationId xmlns:a16="http://schemas.microsoft.com/office/drawing/2014/main" id="{DF1C0739-3D08-4C83-857E-B0724A6E8C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8" name="Freeform 11">
              <a:extLst>
                <a:ext uri="{FF2B5EF4-FFF2-40B4-BE49-F238E27FC236}">
                  <a16:creationId xmlns:a16="http://schemas.microsoft.com/office/drawing/2014/main" id="{D235EAA0-7D5A-453A-9643-EE7A4954EA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9" name="Freeform 12">
              <a:extLst>
                <a:ext uri="{FF2B5EF4-FFF2-40B4-BE49-F238E27FC236}">
                  <a16:creationId xmlns:a16="http://schemas.microsoft.com/office/drawing/2014/main" id="{94C6FB7C-72DE-42DE-8F58-CCE9B8F5562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0" name="Freeform 13">
              <a:extLst>
                <a:ext uri="{FF2B5EF4-FFF2-40B4-BE49-F238E27FC236}">
                  <a16:creationId xmlns:a16="http://schemas.microsoft.com/office/drawing/2014/main" id="{FE31E0FE-EC8D-4EA7-BD9D-02F8C54FDB3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1" name="Freeform 14">
              <a:extLst>
                <a:ext uri="{FF2B5EF4-FFF2-40B4-BE49-F238E27FC236}">
                  <a16:creationId xmlns:a16="http://schemas.microsoft.com/office/drawing/2014/main" id="{69FE4B12-13E0-48F9-9E18-66406B8D3C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2" name="Freeform 15">
              <a:extLst>
                <a:ext uri="{FF2B5EF4-FFF2-40B4-BE49-F238E27FC236}">
                  <a16:creationId xmlns:a16="http://schemas.microsoft.com/office/drawing/2014/main" id="{87FAADC3-B321-43EE-B8F3-2842D84098D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3" name="Line 16">
              <a:extLst>
                <a:ext uri="{FF2B5EF4-FFF2-40B4-BE49-F238E27FC236}">
                  <a16:creationId xmlns:a16="http://schemas.microsoft.com/office/drawing/2014/main" id="{90461464-1683-402F-A72B-8558CC67774C}"/>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IN"/>
            </a:p>
          </p:txBody>
        </p:sp>
        <p:sp>
          <p:nvSpPr>
            <p:cNvPr id="24" name="Freeform 17">
              <a:extLst>
                <a:ext uri="{FF2B5EF4-FFF2-40B4-BE49-F238E27FC236}">
                  <a16:creationId xmlns:a16="http://schemas.microsoft.com/office/drawing/2014/main" id="{70F594E7-32D0-45B9-A3CF-636CF6FCBD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5" name="Freeform 18">
              <a:extLst>
                <a:ext uri="{FF2B5EF4-FFF2-40B4-BE49-F238E27FC236}">
                  <a16:creationId xmlns:a16="http://schemas.microsoft.com/office/drawing/2014/main" id="{8AEF60E1-26C2-4E3C-B839-347DDD23C3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6" name="Freeform 19">
              <a:extLst>
                <a:ext uri="{FF2B5EF4-FFF2-40B4-BE49-F238E27FC236}">
                  <a16:creationId xmlns:a16="http://schemas.microsoft.com/office/drawing/2014/main" id="{792FE54B-EE9D-4E57-B6BC-6A9196BE89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7" name="Freeform 20">
              <a:extLst>
                <a:ext uri="{FF2B5EF4-FFF2-40B4-BE49-F238E27FC236}">
                  <a16:creationId xmlns:a16="http://schemas.microsoft.com/office/drawing/2014/main" id="{72BE56DF-619D-463E-8F88-CABA09DA88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8" name="Rectangle 21">
              <a:extLst>
                <a:ext uri="{FF2B5EF4-FFF2-40B4-BE49-F238E27FC236}">
                  <a16:creationId xmlns:a16="http://schemas.microsoft.com/office/drawing/2014/main" id="{C7430457-1935-4BBF-A6A7-7C3125A02EF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miter lim="800000"/>
                  <a:headEnd/>
                  <a:tailEnd/>
                </a14:hiddenLine>
              </a:ext>
            </a:extLst>
          </p:spPr>
          <p:txBody>
            <a:bodyPr/>
            <a:lstStyle/>
            <a:p>
              <a:endParaRPr lang="en-IN"/>
            </a:p>
          </p:txBody>
        </p:sp>
        <p:sp>
          <p:nvSpPr>
            <p:cNvPr id="29" name="Freeform 22">
              <a:extLst>
                <a:ext uri="{FF2B5EF4-FFF2-40B4-BE49-F238E27FC236}">
                  <a16:creationId xmlns:a16="http://schemas.microsoft.com/office/drawing/2014/main" id="{BB006150-E547-4E84-A2B1-59131F3D53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0" name="Freeform 23">
              <a:extLst>
                <a:ext uri="{FF2B5EF4-FFF2-40B4-BE49-F238E27FC236}">
                  <a16:creationId xmlns:a16="http://schemas.microsoft.com/office/drawing/2014/main" id="{5A8CD074-956B-41A4-870B-001554B69B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1" name="Freeform 24">
              <a:extLst>
                <a:ext uri="{FF2B5EF4-FFF2-40B4-BE49-F238E27FC236}">
                  <a16:creationId xmlns:a16="http://schemas.microsoft.com/office/drawing/2014/main" id="{070C253B-974E-459F-AD0B-7057224828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2" name="Freeform 25">
              <a:extLst>
                <a:ext uri="{FF2B5EF4-FFF2-40B4-BE49-F238E27FC236}">
                  <a16:creationId xmlns:a16="http://schemas.microsoft.com/office/drawing/2014/main" id="{BBC07B3D-A631-44EA-861A-7D80383A102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3" name="Freeform 26">
              <a:extLst>
                <a:ext uri="{FF2B5EF4-FFF2-40B4-BE49-F238E27FC236}">
                  <a16:creationId xmlns:a16="http://schemas.microsoft.com/office/drawing/2014/main" id="{32039DC6-B4CF-4A5A-8D17-3A568D125C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4" name="Freeform 27">
              <a:extLst>
                <a:ext uri="{FF2B5EF4-FFF2-40B4-BE49-F238E27FC236}">
                  <a16:creationId xmlns:a16="http://schemas.microsoft.com/office/drawing/2014/main" id="{99E0C81F-5D8D-4AF8-BDE5-4DF75868F7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5" name="Freeform 28">
              <a:extLst>
                <a:ext uri="{FF2B5EF4-FFF2-40B4-BE49-F238E27FC236}">
                  <a16:creationId xmlns:a16="http://schemas.microsoft.com/office/drawing/2014/main" id="{0D946680-855C-41EC-BBA2-61F6F776E5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6" name="Freeform 29">
              <a:extLst>
                <a:ext uri="{FF2B5EF4-FFF2-40B4-BE49-F238E27FC236}">
                  <a16:creationId xmlns:a16="http://schemas.microsoft.com/office/drawing/2014/main" id="{E6FAD9E8-6E13-45A0-A5D6-8BCAD27B408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7" name="Freeform 30">
              <a:extLst>
                <a:ext uri="{FF2B5EF4-FFF2-40B4-BE49-F238E27FC236}">
                  <a16:creationId xmlns:a16="http://schemas.microsoft.com/office/drawing/2014/main" id="{0CCBC8FA-0581-454F-9FD1-6B6102A1A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8" name="Freeform 31">
              <a:extLst>
                <a:ext uri="{FF2B5EF4-FFF2-40B4-BE49-F238E27FC236}">
                  <a16:creationId xmlns:a16="http://schemas.microsoft.com/office/drawing/2014/main" id="{5D6C328F-65A5-41E8-86E9-E4E638CC3B4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grpSp>
      <p:pic>
        <p:nvPicPr>
          <p:cNvPr id="40" name="Picture 2">
            <a:extLst>
              <a:ext uri="{FF2B5EF4-FFF2-40B4-BE49-F238E27FC236}">
                <a16:creationId xmlns:a16="http://schemas.microsoft.com/office/drawing/2014/main" id="{3E94A106-9341-485C-9057-9D62B2BD083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rcRect/>
          <a:stretch>
            <a:fillRect/>
          </a:stretch>
        </p:blipFill>
        <p:spPr bwMode="auto">
          <a:xfrm>
            <a:off x="1190" y="-2"/>
            <a:ext cx="4061525" cy="6858001"/>
          </a:xfrm>
          <a:prstGeom prst="rect">
            <a:avLst/>
          </a:prstGeom>
          <a:extLst>
            <a:ext uri="{909E8E84-426E-40dd-AFC4-6F175D3DCCD1}">
              <a14:hiddenFill xmlns:a14="http://schemas.microsoft.com/office/drawing/2010/main" xmlns:dgm="http://schemas.openxmlformats.org/drawingml/2006/diagram" xmlns:p14="http://schemas.microsoft.com/office/powerpoint/2010/main" xmlns:a16="http://schemas.microsoft.com/office/drawing/2014/main" xmlns="">
                <a:solidFill>
                  <a:srgbClr val="FFFFFF"/>
                </a:solidFill>
              </a14:hiddenFill>
            </a:ext>
          </a:extLst>
        </p:spPr>
      </p:pic>
      <p:sp>
        <p:nvSpPr>
          <p:cNvPr id="42" name="Rectangle 41">
            <a:extLst>
              <a:ext uri="{FF2B5EF4-FFF2-40B4-BE49-F238E27FC236}">
                <a16:creationId xmlns:a16="http://schemas.microsoft.com/office/drawing/2014/main" id="{B53044DC-4918-43DA-B49D-91673C6C94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853"/>
            <a:ext cx="4055621" cy="6858000"/>
          </a:xfrm>
          <a:prstGeom prst="rect">
            <a:avLst/>
          </a:prstGeom>
          <a:ln>
            <a:noFill/>
          </a:ln>
          <a:effectLst>
            <a:outerShdw blurRad="76200" dist="38100" algn="l" rotWithShape="0">
              <a:prstClr val="black">
                <a:alpha val="37000"/>
              </a:prstClr>
            </a:outerShdw>
          </a:effectLst>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grpSp>
        <p:nvGrpSpPr>
          <p:cNvPr id="44" name="Group 43">
            <a:extLst>
              <a:ext uri="{FF2B5EF4-FFF2-40B4-BE49-F238E27FC236}">
                <a16:creationId xmlns:a16="http://schemas.microsoft.com/office/drawing/2014/main" id="{1DCE6B36-1420-43AB-86CF-4E653A517B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0" y="-9998"/>
            <a:ext cx="1220788" cy="6858001"/>
            <a:chOff x="-14288" y="0"/>
            <a:chExt cx="1220788" cy="6858001"/>
          </a:xfrm>
          <a:gradFill flip="none" rotWithShape="1">
            <a:gsLst>
              <a:gs pos="0">
                <a:schemeClr val="bg2"/>
              </a:gs>
              <a:gs pos="100000">
                <a:schemeClr val="tx2">
                  <a:lumMod val="60000"/>
                  <a:lumOff val="40000"/>
                </a:schemeClr>
              </a:gs>
            </a:gsLst>
            <a:lin ang="5400000" scaled="0"/>
            <a:tileRect/>
          </a:gradFill>
        </p:grpSpPr>
        <p:sp>
          <p:nvSpPr>
            <p:cNvPr id="45" name="Rectangle 5">
              <a:extLst>
                <a:ext uri="{FF2B5EF4-FFF2-40B4-BE49-F238E27FC236}">
                  <a16:creationId xmlns:a16="http://schemas.microsoft.com/office/drawing/2014/main" id="{72626E0B-9628-468E-A713-011C02F602B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miter lim="800000"/>
                  <a:headEnd/>
                  <a:tailEnd/>
                </a14:hiddenLine>
              </a:ext>
            </a:extLst>
          </p:spPr>
          <p:txBody>
            <a:bodyPr/>
            <a:lstStyle/>
            <a:p>
              <a:endParaRPr lang="en-IN"/>
            </a:p>
          </p:txBody>
        </p:sp>
        <p:sp>
          <p:nvSpPr>
            <p:cNvPr id="46" name="Freeform 6">
              <a:extLst>
                <a:ext uri="{FF2B5EF4-FFF2-40B4-BE49-F238E27FC236}">
                  <a16:creationId xmlns:a16="http://schemas.microsoft.com/office/drawing/2014/main" id="{93F7977A-BD91-4B0D-9A8D-372DB67AD8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47" name="Freeform 7">
              <a:extLst>
                <a:ext uri="{FF2B5EF4-FFF2-40B4-BE49-F238E27FC236}">
                  <a16:creationId xmlns:a16="http://schemas.microsoft.com/office/drawing/2014/main" id="{9FEE6A56-01A1-404D-864E-1C2587C9AFB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48" name="Freeform 8">
              <a:extLst>
                <a:ext uri="{FF2B5EF4-FFF2-40B4-BE49-F238E27FC236}">
                  <a16:creationId xmlns:a16="http://schemas.microsoft.com/office/drawing/2014/main" id="{E74DBBF2-EF6F-4E3E-B183-F8EEE76094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49" name="Freeform 9">
              <a:extLst>
                <a:ext uri="{FF2B5EF4-FFF2-40B4-BE49-F238E27FC236}">
                  <a16:creationId xmlns:a16="http://schemas.microsoft.com/office/drawing/2014/main" id="{ABCF0F27-B056-474C-A0FB-1DB747A92FB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50" name="Freeform 10">
              <a:extLst>
                <a:ext uri="{FF2B5EF4-FFF2-40B4-BE49-F238E27FC236}">
                  <a16:creationId xmlns:a16="http://schemas.microsoft.com/office/drawing/2014/main" id="{0A0A5B7B-BA2A-45CC-AABE-9D5B08A5DB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51" name="Freeform 11">
              <a:extLst>
                <a:ext uri="{FF2B5EF4-FFF2-40B4-BE49-F238E27FC236}">
                  <a16:creationId xmlns:a16="http://schemas.microsoft.com/office/drawing/2014/main" id="{3C9A5D2B-1787-4954-9108-B9D497A87C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52" name="Freeform 12">
              <a:extLst>
                <a:ext uri="{FF2B5EF4-FFF2-40B4-BE49-F238E27FC236}">
                  <a16:creationId xmlns:a16="http://schemas.microsoft.com/office/drawing/2014/main" id="{818C4F8B-7556-49A7-83C6-C8F631F6A98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53" name="Freeform 13">
              <a:extLst>
                <a:ext uri="{FF2B5EF4-FFF2-40B4-BE49-F238E27FC236}">
                  <a16:creationId xmlns:a16="http://schemas.microsoft.com/office/drawing/2014/main" id="{22BED614-D078-47EA-9C72-190217FDD5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54" name="Freeform 14">
              <a:extLst>
                <a:ext uri="{FF2B5EF4-FFF2-40B4-BE49-F238E27FC236}">
                  <a16:creationId xmlns:a16="http://schemas.microsoft.com/office/drawing/2014/main" id="{73DE0BF2-86D7-4038-AC4B-AF0F116A58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55" name="Freeform 15">
              <a:extLst>
                <a:ext uri="{FF2B5EF4-FFF2-40B4-BE49-F238E27FC236}">
                  <a16:creationId xmlns:a16="http://schemas.microsoft.com/office/drawing/2014/main" id="{11D8BB55-D027-420C-9EF9-49B3BA79DC7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56" name="Line 16">
              <a:extLst>
                <a:ext uri="{FF2B5EF4-FFF2-40B4-BE49-F238E27FC236}">
                  <a16:creationId xmlns:a16="http://schemas.microsoft.com/office/drawing/2014/main" id="{3FAEF5CE-07ED-46A7-9777-D86C70719583}"/>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IN"/>
            </a:p>
          </p:txBody>
        </p:sp>
        <p:sp>
          <p:nvSpPr>
            <p:cNvPr id="57" name="Freeform 17">
              <a:extLst>
                <a:ext uri="{FF2B5EF4-FFF2-40B4-BE49-F238E27FC236}">
                  <a16:creationId xmlns:a16="http://schemas.microsoft.com/office/drawing/2014/main" id="{29CAFB1A-357C-4313-B734-1CD4E4F9D2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58" name="Freeform 18">
              <a:extLst>
                <a:ext uri="{FF2B5EF4-FFF2-40B4-BE49-F238E27FC236}">
                  <a16:creationId xmlns:a16="http://schemas.microsoft.com/office/drawing/2014/main" id="{653161D3-8634-4BB7-A2BC-028C4EAA15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59" name="Freeform 19">
              <a:extLst>
                <a:ext uri="{FF2B5EF4-FFF2-40B4-BE49-F238E27FC236}">
                  <a16:creationId xmlns:a16="http://schemas.microsoft.com/office/drawing/2014/main" id="{9537546A-6FF1-408B-AFE2-BBF7D34823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60" name="Freeform 20">
              <a:extLst>
                <a:ext uri="{FF2B5EF4-FFF2-40B4-BE49-F238E27FC236}">
                  <a16:creationId xmlns:a16="http://schemas.microsoft.com/office/drawing/2014/main" id="{F73EE662-79B7-404B-B1B8-0E096BE4CD6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61" name="Rectangle 21">
              <a:extLst>
                <a:ext uri="{FF2B5EF4-FFF2-40B4-BE49-F238E27FC236}">
                  <a16:creationId xmlns:a16="http://schemas.microsoft.com/office/drawing/2014/main" id="{B6DDB906-1F52-4D64-8493-4816EDDD34C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miter lim="800000"/>
                  <a:headEnd/>
                  <a:tailEnd/>
                </a14:hiddenLine>
              </a:ext>
            </a:extLst>
          </p:spPr>
          <p:txBody>
            <a:bodyPr/>
            <a:lstStyle/>
            <a:p>
              <a:endParaRPr lang="en-IN"/>
            </a:p>
          </p:txBody>
        </p:sp>
        <p:sp>
          <p:nvSpPr>
            <p:cNvPr id="62" name="Freeform 22">
              <a:extLst>
                <a:ext uri="{FF2B5EF4-FFF2-40B4-BE49-F238E27FC236}">
                  <a16:creationId xmlns:a16="http://schemas.microsoft.com/office/drawing/2014/main" id="{4FA472A5-ABEA-4961-897B-7EB96AF09A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63" name="Freeform 23">
              <a:extLst>
                <a:ext uri="{FF2B5EF4-FFF2-40B4-BE49-F238E27FC236}">
                  <a16:creationId xmlns:a16="http://schemas.microsoft.com/office/drawing/2014/main" id="{54226E99-C38F-4456-A1F8-8897483FD9A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64" name="Freeform 24">
              <a:extLst>
                <a:ext uri="{FF2B5EF4-FFF2-40B4-BE49-F238E27FC236}">
                  <a16:creationId xmlns:a16="http://schemas.microsoft.com/office/drawing/2014/main" id="{0A4A0196-A383-4629-B9A5-9C87E846C1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65" name="Freeform 25">
              <a:extLst>
                <a:ext uri="{FF2B5EF4-FFF2-40B4-BE49-F238E27FC236}">
                  <a16:creationId xmlns:a16="http://schemas.microsoft.com/office/drawing/2014/main" id="{BA5E608D-2E7B-4662-A9A0-18D4E0F0DC6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66" name="Freeform 26">
              <a:extLst>
                <a:ext uri="{FF2B5EF4-FFF2-40B4-BE49-F238E27FC236}">
                  <a16:creationId xmlns:a16="http://schemas.microsoft.com/office/drawing/2014/main" id="{5E211F37-790F-4BD7-B055-022AE0C2E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67" name="Freeform 27">
              <a:extLst>
                <a:ext uri="{FF2B5EF4-FFF2-40B4-BE49-F238E27FC236}">
                  <a16:creationId xmlns:a16="http://schemas.microsoft.com/office/drawing/2014/main" id="{96F375D0-232A-490A-9499-CB5FBA3FD9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68" name="Freeform 28">
              <a:extLst>
                <a:ext uri="{FF2B5EF4-FFF2-40B4-BE49-F238E27FC236}">
                  <a16:creationId xmlns:a16="http://schemas.microsoft.com/office/drawing/2014/main" id="{6B33B423-FD0F-4780-A0D6-32FC040B37C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69" name="Freeform 29">
              <a:extLst>
                <a:ext uri="{FF2B5EF4-FFF2-40B4-BE49-F238E27FC236}">
                  <a16:creationId xmlns:a16="http://schemas.microsoft.com/office/drawing/2014/main" id="{B6BD1710-838F-4CDD-A000-C6C710A6A0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70" name="Freeform 30">
              <a:extLst>
                <a:ext uri="{FF2B5EF4-FFF2-40B4-BE49-F238E27FC236}">
                  <a16:creationId xmlns:a16="http://schemas.microsoft.com/office/drawing/2014/main" id="{0BB93533-1C95-4B0A-B0E2-168602B085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71" name="Freeform 31">
              <a:extLst>
                <a:ext uri="{FF2B5EF4-FFF2-40B4-BE49-F238E27FC236}">
                  <a16:creationId xmlns:a16="http://schemas.microsoft.com/office/drawing/2014/main" id="{CB0B113D-1987-4D89-A475-511E092FE1F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grpSp>
      <p:pic>
        <p:nvPicPr>
          <p:cNvPr id="73" name="Picture 2">
            <a:extLst>
              <a:ext uri="{FF2B5EF4-FFF2-40B4-BE49-F238E27FC236}">
                <a16:creationId xmlns:a16="http://schemas.microsoft.com/office/drawing/2014/main" id="{9BE36DBF-0333-4D36-A5BF-81FDA2406FE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1190" y="-13238"/>
            <a:ext cx="4062718" cy="6858001"/>
          </a:xfrm>
          <a:prstGeom prst="rect">
            <a:avLst/>
          </a:prstGeom>
          <a:noFill/>
          <a:extLst>
            <a:ext uri="{909E8E84-426E-40dd-AFC4-6F175D3DCCD1}">
              <a14:hiddenFill xmlns:a14="http://schemas.microsoft.com/office/drawing/2010/main" xmlns:dgm="http://schemas.openxmlformats.org/drawingml/2006/diagram" xmlns:p14="http://schemas.microsoft.com/office/powerpoint/2010/main" xmlns:a16="http://schemas.microsoft.com/office/drawing/2014/main" xmlns="">
                <a:solidFill>
                  <a:srgbClr val="FFFFFF"/>
                </a:solidFill>
              </a14:hiddenFill>
            </a:ext>
          </a:extLst>
        </p:spPr>
      </p:pic>
      <p:sp>
        <p:nvSpPr>
          <p:cNvPr id="2" name="Title 1">
            <a:extLst>
              <a:ext uri="{FF2B5EF4-FFF2-40B4-BE49-F238E27FC236}">
                <a16:creationId xmlns:a16="http://schemas.microsoft.com/office/drawing/2014/main" id="{0AC6E5B0-D102-E245-F9F6-C05592C34DF6}"/>
              </a:ext>
            </a:extLst>
          </p:cNvPr>
          <p:cNvSpPr>
            <a:spLocks noGrp="1"/>
          </p:cNvSpPr>
          <p:nvPr>
            <p:ph type="title"/>
          </p:nvPr>
        </p:nvSpPr>
        <p:spPr>
          <a:xfrm>
            <a:off x="853330" y="1134681"/>
            <a:ext cx="2743310" cy="4255025"/>
          </a:xfrm>
        </p:spPr>
        <p:txBody>
          <a:bodyPr>
            <a:normAutofit/>
          </a:bodyPr>
          <a:lstStyle/>
          <a:p>
            <a:r>
              <a:rPr lang="en-US" sz="3100" b="1" i="0">
                <a:solidFill>
                  <a:srgbClr val="FFFFFF"/>
                </a:solidFill>
                <a:effectLst/>
                <a:latin typeface="ColfaxAI"/>
              </a:rPr>
              <a:t>Key Points for Effective Code Optimization</a:t>
            </a:r>
            <a:br>
              <a:rPr lang="en-US" sz="3100" b="1" i="0">
                <a:solidFill>
                  <a:srgbClr val="FFFFFF"/>
                </a:solidFill>
                <a:effectLst/>
                <a:latin typeface="ColfaxAI"/>
              </a:rPr>
            </a:br>
            <a:endParaRPr lang="en-IN" sz="3100" b="1">
              <a:solidFill>
                <a:srgbClr val="FFFFFF"/>
              </a:solidFill>
              <a:highlight>
                <a:srgbClr val="FFFF00"/>
              </a:highlight>
              <a:latin typeface="ColfaxAI"/>
              <a:ea typeface="+mn-ea"/>
              <a:cs typeface="+mn-cs"/>
            </a:endParaRPr>
          </a:p>
        </p:txBody>
      </p:sp>
      <p:graphicFrame>
        <p:nvGraphicFramePr>
          <p:cNvPr id="41" name="Content Placeholder 2">
            <a:extLst>
              <a:ext uri="{FF2B5EF4-FFF2-40B4-BE49-F238E27FC236}">
                <a16:creationId xmlns:a16="http://schemas.microsoft.com/office/drawing/2014/main" id="{62635FD9-62AA-BE93-0FDC-29C411B4FE18}"/>
              </a:ext>
            </a:extLst>
          </p:cNvPr>
          <p:cNvGraphicFramePr>
            <a:graphicFrameLocks noGrp="1"/>
          </p:cNvGraphicFramePr>
          <p:nvPr>
            <p:ph idx="1"/>
            <p:extLst>
              <p:ext uri="{D42A27DB-BD31-4B8C-83A1-F6EECF244321}">
                <p14:modId xmlns:p14="http://schemas.microsoft.com/office/powerpoint/2010/main" val="2241519122"/>
              </p:ext>
            </p:extLst>
          </p:nvPr>
        </p:nvGraphicFramePr>
        <p:xfrm>
          <a:off x="4662189" y="1134682"/>
          <a:ext cx="6692748" cy="42550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529658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30BAE-2484-E701-4B9C-D4C59E7F5950}"/>
              </a:ext>
            </a:extLst>
          </p:cNvPr>
          <p:cNvSpPr>
            <a:spLocks noGrp="1"/>
          </p:cNvSpPr>
          <p:nvPr>
            <p:ph type="title"/>
          </p:nvPr>
        </p:nvSpPr>
        <p:spPr/>
        <p:txBody>
          <a:bodyPr/>
          <a:lstStyle/>
          <a:p>
            <a:r>
              <a:rPr lang="en-IN" dirty="0"/>
              <a:t>Responsibilities of AI tools and developers</a:t>
            </a:r>
          </a:p>
        </p:txBody>
      </p:sp>
      <p:sp>
        <p:nvSpPr>
          <p:cNvPr id="3" name="Content Placeholder 2">
            <a:extLst>
              <a:ext uri="{FF2B5EF4-FFF2-40B4-BE49-F238E27FC236}">
                <a16:creationId xmlns:a16="http://schemas.microsoft.com/office/drawing/2014/main" id="{9B3FABD2-B34C-8A1E-C257-B0BA4AD38C8F}"/>
              </a:ext>
            </a:extLst>
          </p:cNvPr>
          <p:cNvSpPr>
            <a:spLocks noGrp="1"/>
          </p:cNvSpPr>
          <p:nvPr>
            <p:ph idx="1"/>
          </p:nvPr>
        </p:nvSpPr>
        <p:spPr/>
        <p:txBody>
          <a:bodyPr>
            <a:normAutofit fontScale="85000" lnSpcReduction="10000"/>
          </a:bodyPr>
          <a:lstStyle/>
          <a:p>
            <a:r>
              <a:rPr lang="en-US" dirty="0"/>
              <a:t>Artificial Intelligence (AI) has a set of responsibilities that guide its development and use. Understanding these responsibilities is important for ensuring ethical practices and positive outcomes in AI applications. Here are some key points outlining AI responsibilities</a:t>
            </a:r>
          </a:p>
          <a:p>
            <a:pPr marL="0" indent="0">
              <a:buNone/>
            </a:pPr>
            <a:r>
              <a:rPr lang="en-US" dirty="0">
                <a:solidFill>
                  <a:srgbClr val="FF0000"/>
                </a:solidFill>
                <a:highlight>
                  <a:srgbClr val="FFFF00"/>
                </a:highlight>
              </a:rPr>
              <a:t>1. Ethical Design and Development</a:t>
            </a:r>
          </a:p>
          <a:p>
            <a:r>
              <a:rPr lang="en-US" dirty="0"/>
              <a:t>Fairness: AI systems should treat all users equally and avoid biases. For instance, when trained on data, the data should be diverse and representative to prevent discrimination.</a:t>
            </a:r>
          </a:p>
          <a:p>
            <a:r>
              <a:rPr lang="en-US" dirty="0"/>
              <a:t>Transparency: The inner workings of AI systems should be understandable. Users should know how decisions are made, especially in critical areas like healthcare or criminal justice.</a:t>
            </a:r>
          </a:p>
          <a:p>
            <a:endParaRPr lang="en-US" dirty="0"/>
          </a:p>
          <a:p>
            <a:endParaRPr lang="en-IN" dirty="0"/>
          </a:p>
        </p:txBody>
      </p:sp>
    </p:spTree>
    <p:extLst>
      <p:ext uri="{BB962C8B-B14F-4D97-AF65-F5344CB8AC3E}">
        <p14:creationId xmlns:p14="http://schemas.microsoft.com/office/powerpoint/2010/main" val="534780943"/>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049DEB-1DC3-0EB8-71B8-3D02AEC0A5FF}"/>
              </a:ext>
            </a:extLst>
          </p:cNvPr>
          <p:cNvSpPr>
            <a:spLocks noGrp="1"/>
          </p:cNvSpPr>
          <p:nvPr>
            <p:ph idx="1"/>
          </p:nvPr>
        </p:nvSpPr>
        <p:spPr>
          <a:xfrm>
            <a:off x="1141412" y="83713"/>
            <a:ext cx="9905999" cy="5707488"/>
          </a:xfrm>
        </p:spPr>
        <p:txBody>
          <a:bodyPr>
            <a:normAutofit lnSpcReduction="10000"/>
          </a:bodyPr>
          <a:lstStyle/>
          <a:p>
            <a:pPr marL="0" indent="0">
              <a:buNone/>
            </a:pPr>
            <a:r>
              <a:rPr lang="en-US" sz="1800" dirty="0">
                <a:solidFill>
                  <a:srgbClr val="FF0000"/>
                </a:solidFill>
                <a:highlight>
                  <a:srgbClr val="FFFF00"/>
                </a:highlight>
              </a:rPr>
              <a:t>2. Accountability</a:t>
            </a:r>
          </a:p>
          <a:p>
            <a:r>
              <a:rPr lang="en-US" sz="1800" dirty="0"/>
              <a:t>Responsibility: Developers and organizations must take responsibility for the AI systems they create. If an AI system causes harm or makes a mistake, the responsible party should be identifiable.</a:t>
            </a:r>
          </a:p>
          <a:p>
            <a:r>
              <a:rPr lang="en-US" sz="1800" dirty="0"/>
              <a:t>Auditing: AI systems should be regularly audited to ensure they operate within ethical guidelines and perform as intended.</a:t>
            </a:r>
          </a:p>
          <a:p>
            <a:pPr marL="0" indent="0">
              <a:buNone/>
            </a:pPr>
            <a:r>
              <a:rPr lang="en-US" sz="1800" dirty="0">
                <a:solidFill>
                  <a:srgbClr val="FF0000"/>
                </a:solidFill>
                <a:highlight>
                  <a:srgbClr val="FFFF00"/>
                </a:highlight>
              </a:rPr>
              <a:t>3. Privacy and Data Protection</a:t>
            </a:r>
          </a:p>
          <a:p>
            <a:r>
              <a:rPr lang="en-US" sz="1800" dirty="0"/>
              <a:t>Data Usage: AI must respect users' privacy. Personal data should be collected and used only with consent and in line with data protection regulations.</a:t>
            </a:r>
          </a:p>
          <a:p>
            <a:r>
              <a:rPr lang="en-US" sz="1800" dirty="0"/>
              <a:t>Security: AI systems must employ strong security measures to protect sensitive data from breaches or misuse.</a:t>
            </a:r>
          </a:p>
          <a:p>
            <a:pPr marL="0" indent="0">
              <a:buNone/>
            </a:pPr>
            <a:r>
              <a:rPr lang="en-US" sz="1800" dirty="0">
                <a:solidFill>
                  <a:srgbClr val="FF0000"/>
                </a:solidFill>
                <a:highlight>
                  <a:srgbClr val="FFFF00"/>
                </a:highlight>
              </a:rPr>
              <a:t>4. Safety and Reliability</a:t>
            </a:r>
          </a:p>
          <a:p>
            <a:r>
              <a:rPr lang="en-US" sz="1800" dirty="0"/>
              <a:t>Testing: AI systems should undergo rigorous testing to ensure they function correctly under various conditions and can handle unexpected inputs or scenarios.</a:t>
            </a:r>
          </a:p>
          <a:p>
            <a:r>
              <a:rPr lang="en-US" sz="1800" dirty="0"/>
              <a:t>Robustness: AI should be robust enough to deal with errors or unforeseen situations, minimizing the risk of harm to users or the environment.</a:t>
            </a:r>
          </a:p>
          <a:p>
            <a:endParaRPr lang="en-US" sz="1800" dirty="0"/>
          </a:p>
          <a:p>
            <a:endParaRPr lang="en-IN" sz="1800" dirty="0"/>
          </a:p>
        </p:txBody>
      </p:sp>
    </p:spTree>
    <p:extLst>
      <p:ext uri="{BB962C8B-B14F-4D97-AF65-F5344CB8AC3E}">
        <p14:creationId xmlns:p14="http://schemas.microsoft.com/office/powerpoint/2010/main" val="2319407495"/>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C6A862-B8A1-388D-9AB0-095692E8B69F}"/>
              </a:ext>
            </a:extLst>
          </p:cNvPr>
          <p:cNvSpPr>
            <a:spLocks noGrp="1"/>
          </p:cNvSpPr>
          <p:nvPr>
            <p:ph idx="1"/>
          </p:nvPr>
        </p:nvSpPr>
        <p:spPr>
          <a:xfrm>
            <a:off x="1141412" y="103030"/>
            <a:ext cx="10320785" cy="6439437"/>
          </a:xfrm>
        </p:spPr>
        <p:txBody>
          <a:bodyPr>
            <a:normAutofit fontScale="85000" lnSpcReduction="20000"/>
          </a:bodyPr>
          <a:lstStyle/>
          <a:p>
            <a:pPr marL="0" indent="0">
              <a:buNone/>
            </a:pPr>
            <a:r>
              <a:rPr lang="en-US" dirty="0">
                <a:solidFill>
                  <a:srgbClr val="FF0000"/>
                </a:solidFill>
                <a:highlight>
                  <a:srgbClr val="FFFF00"/>
                </a:highlight>
              </a:rPr>
              <a:t>4. Safety and Reliability</a:t>
            </a:r>
          </a:p>
          <a:p>
            <a:r>
              <a:rPr lang="en-US" dirty="0"/>
              <a:t>Testing: AI systems should undergo rigorous testing to ensure they function correctly under various conditions and can handle unexpected inputs or scenarios.</a:t>
            </a:r>
          </a:p>
          <a:p>
            <a:r>
              <a:rPr lang="en-US" dirty="0"/>
              <a:t>Robustness: AI should be robust enough to deal with errors or unforeseen situations, minimizing the risk of harm to users or the environment.</a:t>
            </a:r>
          </a:p>
          <a:p>
            <a:pPr marL="0" indent="0">
              <a:buNone/>
            </a:pPr>
            <a:r>
              <a:rPr lang="en-US" dirty="0">
                <a:solidFill>
                  <a:srgbClr val="FF0000"/>
                </a:solidFill>
                <a:highlight>
                  <a:srgbClr val="FFFF00"/>
                </a:highlight>
              </a:rPr>
              <a:t>5. Human Oversight</a:t>
            </a:r>
          </a:p>
          <a:p>
            <a:r>
              <a:rPr lang="en-US" dirty="0"/>
              <a:t>Human-in-the-Loop: Where critical decisions are made, keeping a human involved in the decision-making process ensures accountability and reduces risks associated with automated decisions.</a:t>
            </a:r>
          </a:p>
          <a:p>
            <a:r>
              <a:rPr lang="en-US" dirty="0"/>
              <a:t>Feedback Mechanisms: Users should be able to provide feedback on AI systems, which can then be used to improve the system over time.</a:t>
            </a:r>
          </a:p>
          <a:p>
            <a:pPr marL="0" indent="0">
              <a:buNone/>
            </a:pPr>
            <a:r>
              <a:rPr lang="en-US" dirty="0">
                <a:solidFill>
                  <a:srgbClr val="FF0000"/>
                </a:solidFill>
                <a:highlight>
                  <a:srgbClr val="FFFF00"/>
                </a:highlight>
              </a:rPr>
              <a:t>6. Collaboration and Inclusivity</a:t>
            </a:r>
          </a:p>
          <a:p>
            <a:r>
              <a:rPr lang="en-US" dirty="0"/>
              <a:t>Stakeholder Engagement: Developers should engage with diverse stakeholders (including ethicists, users, and affected groups) to gather input and consider different perspectives in the development process.</a:t>
            </a:r>
          </a:p>
          <a:p>
            <a:r>
              <a:rPr lang="en-US" dirty="0"/>
              <a:t>Inclusive Design: AI systems should be designed to be accessible to everyone, including individuals with disabilities and those from underrepresented communities.</a:t>
            </a:r>
          </a:p>
          <a:p>
            <a:endParaRPr lang="en-IN" dirty="0"/>
          </a:p>
        </p:txBody>
      </p:sp>
    </p:spTree>
    <p:extLst>
      <p:ext uri="{BB962C8B-B14F-4D97-AF65-F5344CB8AC3E}">
        <p14:creationId xmlns:p14="http://schemas.microsoft.com/office/powerpoint/2010/main" val="2703339212"/>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0A1A14-CD41-BC96-0438-246B8CE1DE66}"/>
              </a:ext>
            </a:extLst>
          </p:cNvPr>
          <p:cNvSpPr>
            <a:spLocks noGrp="1"/>
          </p:cNvSpPr>
          <p:nvPr>
            <p:ph idx="1"/>
          </p:nvPr>
        </p:nvSpPr>
        <p:spPr>
          <a:xfrm>
            <a:off x="1141412" y="476518"/>
            <a:ext cx="9905999" cy="5314683"/>
          </a:xfrm>
        </p:spPr>
        <p:txBody>
          <a:bodyPr>
            <a:normAutofit/>
          </a:bodyPr>
          <a:lstStyle/>
          <a:p>
            <a:pPr marL="0" indent="0">
              <a:buNone/>
            </a:pPr>
            <a:r>
              <a:rPr lang="en-US" sz="2000" dirty="0">
                <a:solidFill>
                  <a:srgbClr val="FF0000"/>
                </a:solidFill>
                <a:highlight>
                  <a:srgbClr val="FFFF00"/>
                </a:highlight>
              </a:rPr>
              <a:t>7. Sustainability</a:t>
            </a:r>
          </a:p>
          <a:p>
            <a:r>
              <a:rPr lang="en-US" sz="2000" dirty="0"/>
              <a:t>Environmental Impact: Developers should consider the environmental impact of AI systems, aiming to reduce energy consumption and promote eco-friendly practices in AI development and deployment.</a:t>
            </a:r>
          </a:p>
          <a:p>
            <a:endParaRPr lang="en-US" sz="2000" dirty="0"/>
          </a:p>
          <a:p>
            <a:pPr marL="0" indent="0">
              <a:buNone/>
            </a:pPr>
            <a:r>
              <a:rPr lang="en-US" sz="2000" dirty="0">
                <a:solidFill>
                  <a:srgbClr val="FF0000"/>
                </a:solidFill>
                <a:highlight>
                  <a:srgbClr val="FFFF00"/>
                </a:highlight>
              </a:rPr>
              <a:t>Conclusion</a:t>
            </a:r>
          </a:p>
          <a:p>
            <a:r>
              <a:rPr lang="en-US" sz="2000" dirty="0"/>
              <a:t>Being aware of these responsibilities is crucial for anyone involved in AI development or application. Adhering to these principles not only helps in building trust with users but also contributes to the safe and beneficial use of AI technology in society. By prioritizing ethical practices, we can harness the full potential of AI while minimizing risks and harms.</a:t>
            </a:r>
          </a:p>
        </p:txBody>
      </p:sp>
    </p:spTree>
    <p:extLst>
      <p:ext uri="{BB962C8B-B14F-4D97-AF65-F5344CB8AC3E}">
        <p14:creationId xmlns:p14="http://schemas.microsoft.com/office/powerpoint/2010/main" val="3921774914"/>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C41CBB0-BAA0-4983-8F2B-E10AF3358DA8}">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104C6BCC-A38B-4625-90E6-7D3BBA3909A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096F0E7-E7B5-406E-8E94-F0043B2AC7F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Circuit design</Template>
  <TotalTime>165</TotalTime>
  <Words>2029</Words>
  <Application>Microsoft Office PowerPoint</Application>
  <PresentationFormat>Widescreen</PresentationFormat>
  <Paragraphs>150</Paragraphs>
  <Slides>18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ColfaxAI</vt:lpstr>
      <vt:lpstr>Tw Cen MT</vt:lpstr>
      <vt:lpstr>ui-monospace</vt:lpstr>
      <vt:lpstr>Circuit</vt:lpstr>
      <vt:lpstr>Generative AI</vt:lpstr>
      <vt:lpstr>AI Tooling for code Analysis</vt:lpstr>
      <vt:lpstr>functionalities of AI tooling for code analysis</vt:lpstr>
      <vt:lpstr>Examples of AI Code Analysis Tools</vt:lpstr>
      <vt:lpstr>Benefits of Using AI Tools for Code Analysis</vt:lpstr>
      <vt:lpstr>Use cases</vt:lpstr>
      <vt:lpstr>PowerPoint Presentation</vt:lpstr>
      <vt:lpstr>End talk</vt:lpstr>
      <vt:lpstr>Generative AI (GenAI) for code analysis</vt:lpstr>
      <vt:lpstr>PowerPoint Presentation</vt:lpstr>
      <vt:lpstr>AI Tooling Code optimization</vt:lpstr>
      <vt:lpstr>PowerPoint Presentation</vt:lpstr>
      <vt:lpstr>PowerPoint Presentation</vt:lpstr>
      <vt:lpstr>Key Points for Effective Code Optimization </vt:lpstr>
      <vt:lpstr>Responsibilities of AI tools and developers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Nikhil Shah</dc:creator>
  <cp:lastModifiedBy>Nikhil Shah</cp:lastModifiedBy>
  <cp:revision>8</cp:revision>
  <dcterms:created xsi:type="dcterms:W3CDTF">2024-10-01T07:05:11Z</dcterms:created>
  <dcterms:modified xsi:type="dcterms:W3CDTF">2024-10-23T05:01:05Z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